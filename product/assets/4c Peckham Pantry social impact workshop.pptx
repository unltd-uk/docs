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94" r:id="rId9"/>
    <p:sldId id="336" r:id="rId10"/>
    <p:sldId id="307" r:id="rId11"/>
    <p:sldId id="340" r:id="rId12"/>
    <p:sldId id="34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1E7568-3AA9-48A1-9C72-0D817365F13D}" v="219" dt="2019-06-25T20:25:49.9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173" y="22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meek" userId="c155cfa3bb2eaa0c" providerId="LiveId" clId="{2E1E7568-3AA9-48A1-9C72-0D817365F13D}"/>
    <pc:docChg chg="undo custSel addSld delSld modSld modMainMaster">
      <pc:chgData name="josh meek" userId="c155cfa3bb2eaa0c" providerId="LiveId" clId="{2E1E7568-3AA9-48A1-9C72-0D817365F13D}" dt="2019-06-25T20:27:03.901" v="3041" actId="20577"/>
      <pc:docMkLst>
        <pc:docMk/>
      </pc:docMkLst>
      <pc:sldChg chg="setBg">
        <pc:chgData name="josh meek" userId="c155cfa3bb2eaa0c" providerId="LiveId" clId="{2E1E7568-3AA9-48A1-9C72-0D817365F13D}" dt="2019-06-25T19:24:38.810" v="175"/>
        <pc:sldMkLst>
          <pc:docMk/>
          <pc:sldMk cId="1600349488" sldId="256"/>
        </pc:sldMkLst>
      </pc:sldChg>
      <pc:sldChg chg="addSp delSp modSp setBg">
        <pc:chgData name="josh meek" userId="c155cfa3bb2eaa0c" providerId="LiveId" clId="{2E1E7568-3AA9-48A1-9C72-0D817365F13D}" dt="2019-06-25T20:01:34.681" v="2445" actId="20577"/>
        <pc:sldMkLst>
          <pc:docMk/>
          <pc:sldMk cId="960500043" sldId="257"/>
        </pc:sldMkLst>
        <pc:spChg chg="mod">
          <ac:chgData name="josh meek" userId="c155cfa3bb2eaa0c" providerId="LiveId" clId="{2E1E7568-3AA9-48A1-9C72-0D817365F13D}" dt="2019-06-25T19:57:22.382" v="2029" actId="1036"/>
          <ac:spMkLst>
            <pc:docMk/>
            <pc:sldMk cId="960500043" sldId="257"/>
            <ac:spMk id="2" creationId="{CD953753-A6DE-49D3-877F-5BCA03856B24}"/>
          </ac:spMkLst>
        </pc:spChg>
        <pc:spChg chg="del mod">
          <ac:chgData name="josh meek" userId="c155cfa3bb2eaa0c" providerId="LiveId" clId="{2E1E7568-3AA9-48A1-9C72-0D817365F13D}" dt="2019-06-25T19:25:21.187" v="185" actId="478"/>
          <ac:spMkLst>
            <pc:docMk/>
            <pc:sldMk cId="960500043" sldId="257"/>
            <ac:spMk id="3" creationId="{A090179E-EEF2-4981-9041-04F786B5B1E7}"/>
          </ac:spMkLst>
        </pc:spChg>
        <pc:graphicFrameChg chg="add mod modGraphic">
          <ac:chgData name="josh meek" userId="c155cfa3bb2eaa0c" providerId="LiveId" clId="{2E1E7568-3AA9-48A1-9C72-0D817365F13D}" dt="2019-06-25T20:01:34.681" v="2445" actId="20577"/>
          <ac:graphicFrameMkLst>
            <pc:docMk/>
            <pc:sldMk cId="960500043" sldId="257"/>
            <ac:graphicFrameMk id="4" creationId="{C524D99C-5253-4E6B-99B1-03A1F70038B4}"/>
          </ac:graphicFrameMkLst>
        </pc:graphicFrameChg>
      </pc:sldChg>
      <pc:sldChg chg="add del">
        <pc:chgData name="josh meek" userId="c155cfa3bb2eaa0c" providerId="LiveId" clId="{2E1E7568-3AA9-48A1-9C72-0D817365F13D}" dt="2019-06-25T19:24:34.407" v="174"/>
        <pc:sldMkLst>
          <pc:docMk/>
          <pc:sldMk cId="126285366" sldId="258"/>
        </pc:sldMkLst>
      </pc:sldChg>
      <pc:sldChg chg="addSp delSp modSp add">
        <pc:chgData name="josh meek" userId="c155cfa3bb2eaa0c" providerId="LiveId" clId="{2E1E7568-3AA9-48A1-9C72-0D817365F13D}" dt="2019-06-25T20:05:40.239" v="2484" actId="1076"/>
        <pc:sldMkLst>
          <pc:docMk/>
          <pc:sldMk cId="215578090" sldId="258"/>
        </pc:sldMkLst>
        <pc:spChg chg="mod">
          <ac:chgData name="josh meek" userId="c155cfa3bb2eaa0c" providerId="LiveId" clId="{2E1E7568-3AA9-48A1-9C72-0D817365F13D}" dt="2019-06-25T20:01:51.516" v="2468" actId="1076"/>
          <ac:spMkLst>
            <pc:docMk/>
            <pc:sldMk cId="215578090" sldId="258"/>
            <ac:spMk id="2" creationId="{50D84A26-10FF-4E05-9B48-984B7058FAB1}"/>
          </ac:spMkLst>
        </pc:spChg>
        <pc:spChg chg="del">
          <ac:chgData name="josh meek" userId="c155cfa3bb2eaa0c" providerId="LiveId" clId="{2E1E7568-3AA9-48A1-9C72-0D817365F13D}" dt="2019-06-25T20:04:10.948" v="2469" actId="478"/>
          <ac:spMkLst>
            <pc:docMk/>
            <pc:sldMk cId="215578090" sldId="258"/>
            <ac:spMk id="3" creationId="{84B12BF0-7F2F-40AC-A34F-0BBC2B73950B}"/>
          </ac:spMkLst>
        </pc:spChg>
        <pc:spChg chg="add mod">
          <ac:chgData name="josh meek" userId="c155cfa3bb2eaa0c" providerId="LiveId" clId="{2E1E7568-3AA9-48A1-9C72-0D817365F13D}" dt="2019-06-25T20:04:16.407" v="2471" actId="1076"/>
          <ac:spMkLst>
            <pc:docMk/>
            <pc:sldMk cId="215578090" sldId="258"/>
            <ac:spMk id="4" creationId="{000C2536-61E4-4221-A32F-B7A7521F2F20}"/>
          </ac:spMkLst>
        </pc:spChg>
        <pc:spChg chg="add mod">
          <ac:chgData name="josh meek" userId="c155cfa3bb2eaa0c" providerId="LiveId" clId="{2E1E7568-3AA9-48A1-9C72-0D817365F13D}" dt="2019-06-25T20:05:40.239" v="2484" actId="1076"/>
          <ac:spMkLst>
            <pc:docMk/>
            <pc:sldMk cId="215578090" sldId="258"/>
            <ac:spMk id="5" creationId="{1D450716-60C9-4DC8-8933-61BF69202963}"/>
          </ac:spMkLst>
        </pc:spChg>
        <pc:spChg chg="add mod">
          <ac:chgData name="josh meek" userId="c155cfa3bb2eaa0c" providerId="LiveId" clId="{2E1E7568-3AA9-48A1-9C72-0D817365F13D}" dt="2019-06-25T20:04:16.407" v="2471" actId="1076"/>
          <ac:spMkLst>
            <pc:docMk/>
            <pc:sldMk cId="215578090" sldId="258"/>
            <ac:spMk id="6" creationId="{FC5B849B-0585-4918-8293-745FF9BB0BC0}"/>
          </ac:spMkLst>
        </pc:spChg>
        <pc:spChg chg="add mod">
          <ac:chgData name="josh meek" userId="c155cfa3bb2eaa0c" providerId="LiveId" clId="{2E1E7568-3AA9-48A1-9C72-0D817365F13D}" dt="2019-06-25T20:04:38.536" v="2475" actId="207"/>
          <ac:spMkLst>
            <pc:docMk/>
            <pc:sldMk cId="215578090" sldId="258"/>
            <ac:spMk id="7" creationId="{1FBD3C75-24FE-462B-ACC2-03EE79ECA146}"/>
          </ac:spMkLst>
        </pc:spChg>
      </pc:sldChg>
      <pc:sldChg chg="addSp delSp modSp add">
        <pc:chgData name="josh meek" userId="c155cfa3bb2eaa0c" providerId="LiveId" clId="{2E1E7568-3AA9-48A1-9C72-0D817365F13D}" dt="2019-06-25T20:05:54.930" v="2487" actId="14100"/>
        <pc:sldMkLst>
          <pc:docMk/>
          <pc:sldMk cId="363250406" sldId="259"/>
        </pc:sldMkLst>
        <pc:spChg chg="del">
          <ac:chgData name="josh meek" userId="c155cfa3bb2eaa0c" providerId="LiveId" clId="{2E1E7568-3AA9-48A1-9C72-0D817365F13D}" dt="2019-06-25T20:05:12.536" v="2477" actId="478"/>
          <ac:spMkLst>
            <pc:docMk/>
            <pc:sldMk cId="363250406" sldId="259"/>
            <ac:spMk id="2" creationId="{EB1B2F7B-C8F6-455E-BA9B-EFB8B6710D60}"/>
          </ac:spMkLst>
        </pc:spChg>
        <pc:spChg chg="del">
          <ac:chgData name="josh meek" userId="c155cfa3bb2eaa0c" providerId="LiveId" clId="{2E1E7568-3AA9-48A1-9C72-0D817365F13D}" dt="2019-06-25T20:05:14.354" v="2478" actId="478"/>
          <ac:spMkLst>
            <pc:docMk/>
            <pc:sldMk cId="363250406" sldId="259"/>
            <ac:spMk id="3" creationId="{0DA84174-4804-4DC3-84EB-A63EA4F9C181}"/>
          </ac:spMkLst>
        </pc:spChg>
        <pc:spChg chg="add">
          <ac:chgData name="josh meek" userId="c155cfa3bb2eaa0c" providerId="LiveId" clId="{2E1E7568-3AA9-48A1-9C72-0D817365F13D}" dt="2019-06-25T20:05:15.031" v="2479"/>
          <ac:spMkLst>
            <pc:docMk/>
            <pc:sldMk cId="363250406" sldId="259"/>
            <ac:spMk id="4" creationId="{7870AC09-DCA4-4C22-B55E-81C83F65752F}"/>
          </ac:spMkLst>
        </pc:spChg>
        <pc:spChg chg="add mod">
          <ac:chgData name="josh meek" userId="c155cfa3bb2eaa0c" providerId="LiveId" clId="{2E1E7568-3AA9-48A1-9C72-0D817365F13D}" dt="2019-06-25T20:05:35.599" v="2482" actId="14100"/>
          <ac:spMkLst>
            <pc:docMk/>
            <pc:sldMk cId="363250406" sldId="259"/>
            <ac:spMk id="6" creationId="{09533ACD-983F-497A-AFDE-867312F35E8E}"/>
          </ac:spMkLst>
        </pc:spChg>
        <pc:spChg chg="add mod">
          <ac:chgData name="josh meek" userId="c155cfa3bb2eaa0c" providerId="LiveId" clId="{2E1E7568-3AA9-48A1-9C72-0D817365F13D}" dt="2019-06-25T20:05:54.930" v="2487" actId="14100"/>
          <ac:spMkLst>
            <pc:docMk/>
            <pc:sldMk cId="363250406" sldId="259"/>
            <ac:spMk id="7" creationId="{94DB65C6-E3F5-400B-B341-80872F87CD64}"/>
          </ac:spMkLst>
        </pc:spChg>
        <pc:picChg chg="add mod">
          <ac:chgData name="josh meek" userId="c155cfa3bb2eaa0c" providerId="LiveId" clId="{2E1E7568-3AA9-48A1-9C72-0D817365F13D}" dt="2019-06-25T20:05:30.135" v="2480" actId="14100"/>
          <ac:picMkLst>
            <pc:docMk/>
            <pc:sldMk cId="363250406" sldId="259"/>
            <ac:picMk id="5" creationId="{4AE04B7B-DB11-4C0E-8DDC-FF8B17677988}"/>
          </ac:picMkLst>
        </pc:picChg>
      </pc:sldChg>
      <pc:sldChg chg="addSp delSp modSp add">
        <pc:chgData name="josh meek" userId="c155cfa3bb2eaa0c" providerId="LiveId" clId="{2E1E7568-3AA9-48A1-9C72-0D817365F13D}" dt="2019-06-25T20:15:11.668" v="2730" actId="20577"/>
        <pc:sldMkLst>
          <pc:docMk/>
          <pc:sldMk cId="1164232274" sldId="260"/>
        </pc:sldMkLst>
        <pc:spChg chg="mod">
          <ac:chgData name="josh meek" userId="c155cfa3bb2eaa0c" providerId="LiveId" clId="{2E1E7568-3AA9-48A1-9C72-0D817365F13D}" dt="2019-06-25T20:06:38.984" v="2592" actId="1076"/>
          <ac:spMkLst>
            <pc:docMk/>
            <pc:sldMk cId="1164232274" sldId="260"/>
            <ac:spMk id="2" creationId="{5AB5B3B3-6EC2-4F77-9362-E62C63A3A454}"/>
          </ac:spMkLst>
        </pc:spChg>
        <pc:spChg chg="del">
          <ac:chgData name="josh meek" userId="c155cfa3bb2eaa0c" providerId="LiveId" clId="{2E1E7568-3AA9-48A1-9C72-0D817365F13D}" dt="2019-06-25T20:06:41.330" v="2593" actId="478"/>
          <ac:spMkLst>
            <pc:docMk/>
            <pc:sldMk cId="1164232274" sldId="260"/>
            <ac:spMk id="3" creationId="{CC03CA9A-AA9B-4C4A-863E-B1C8BCEA0557}"/>
          </ac:spMkLst>
        </pc:spChg>
        <pc:spChg chg="add mod">
          <ac:chgData name="josh meek" userId="c155cfa3bb2eaa0c" providerId="LiveId" clId="{2E1E7568-3AA9-48A1-9C72-0D817365F13D}" dt="2019-06-25T20:15:11.668" v="2730" actId="20577"/>
          <ac:spMkLst>
            <pc:docMk/>
            <pc:sldMk cId="1164232274" sldId="260"/>
            <ac:spMk id="7" creationId="{231BDAAC-C219-4D7D-8B91-1300B3ADD1AD}"/>
          </ac:spMkLst>
        </pc:spChg>
        <pc:picChg chg="add mod">
          <ac:chgData name="josh meek" userId="c155cfa3bb2eaa0c" providerId="LiveId" clId="{2E1E7568-3AA9-48A1-9C72-0D817365F13D}" dt="2019-06-25T20:13:47.591" v="2605" actId="1076"/>
          <ac:picMkLst>
            <pc:docMk/>
            <pc:sldMk cId="1164232274" sldId="260"/>
            <ac:picMk id="4" creationId="{35FEA44B-FCBC-4691-8D31-D576D8B81646}"/>
          </ac:picMkLst>
        </pc:picChg>
        <pc:picChg chg="add mod">
          <ac:chgData name="josh meek" userId="c155cfa3bb2eaa0c" providerId="LiveId" clId="{2E1E7568-3AA9-48A1-9C72-0D817365F13D}" dt="2019-06-25T20:14:46.630" v="2610" actId="1076"/>
          <ac:picMkLst>
            <pc:docMk/>
            <pc:sldMk cId="1164232274" sldId="260"/>
            <ac:picMk id="5" creationId="{C31BD3F4-4C6D-4D8E-8DA9-55797B3F06EB}"/>
          </ac:picMkLst>
        </pc:picChg>
        <pc:picChg chg="add mod">
          <ac:chgData name="josh meek" userId="c155cfa3bb2eaa0c" providerId="LiveId" clId="{2E1E7568-3AA9-48A1-9C72-0D817365F13D}" dt="2019-06-25T20:14:43.633" v="2609" actId="1076"/>
          <ac:picMkLst>
            <pc:docMk/>
            <pc:sldMk cId="1164232274" sldId="260"/>
            <ac:picMk id="6" creationId="{8FDDA276-951F-4ACC-A96D-56AACB574CA0}"/>
          </ac:picMkLst>
        </pc:picChg>
      </pc:sldChg>
      <pc:sldChg chg="addSp delSp modSp add">
        <pc:chgData name="josh meek" userId="c155cfa3bb2eaa0c" providerId="LiveId" clId="{2E1E7568-3AA9-48A1-9C72-0D817365F13D}" dt="2019-06-25T20:17:10.943" v="2780" actId="1076"/>
        <pc:sldMkLst>
          <pc:docMk/>
          <pc:sldMk cId="2607773160" sldId="261"/>
        </pc:sldMkLst>
        <pc:spChg chg="mod">
          <ac:chgData name="josh meek" userId="c155cfa3bb2eaa0c" providerId="LiveId" clId="{2E1E7568-3AA9-48A1-9C72-0D817365F13D}" dt="2019-06-25T20:16:04.324" v="2767" actId="14100"/>
          <ac:spMkLst>
            <pc:docMk/>
            <pc:sldMk cId="2607773160" sldId="261"/>
            <ac:spMk id="2" creationId="{96EC5546-8723-421A-94A8-4267AC19B20A}"/>
          </ac:spMkLst>
        </pc:spChg>
        <pc:spChg chg="del">
          <ac:chgData name="josh meek" userId="c155cfa3bb2eaa0c" providerId="LiveId" clId="{2E1E7568-3AA9-48A1-9C72-0D817365F13D}" dt="2019-06-25T20:16:07.065" v="2768" actId="478"/>
          <ac:spMkLst>
            <pc:docMk/>
            <pc:sldMk cId="2607773160" sldId="261"/>
            <ac:spMk id="3" creationId="{672C1FC7-ACA2-4FBB-9C96-5ABA7CCC78D2}"/>
          </ac:spMkLst>
        </pc:spChg>
        <pc:spChg chg="add del mod">
          <ac:chgData name="josh meek" userId="c155cfa3bb2eaa0c" providerId="LiveId" clId="{2E1E7568-3AA9-48A1-9C72-0D817365F13D}" dt="2019-06-25T20:16:14.169" v="2771" actId="478"/>
          <ac:spMkLst>
            <pc:docMk/>
            <pc:sldMk cId="2607773160" sldId="261"/>
            <ac:spMk id="4" creationId="{4178A60A-4830-45CC-A9E6-64B9852CCBB6}"/>
          </ac:spMkLst>
        </pc:spChg>
        <pc:spChg chg="add mod">
          <ac:chgData name="josh meek" userId="c155cfa3bb2eaa0c" providerId="LiveId" clId="{2E1E7568-3AA9-48A1-9C72-0D817365F13D}" dt="2019-06-25T20:16:55.846" v="2776" actId="1076"/>
          <ac:spMkLst>
            <pc:docMk/>
            <pc:sldMk cId="2607773160" sldId="261"/>
            <ac:spMk id="5" creationId="{66E9D374-8624-4798-9251-94451586211F}"/>
          </ac:spMkLst>
        </pc:spChg>
        <pc:spChg chg="add">
          <ac:chgData name="josh meek" userId="c155cfa3bb2eaa0c" providerId="LiveId" clId="{2E1E7568-3AA9-48A1-9C72-0D817365F13D}" dt="2019-06-25T20:16:56.452" v="2777"/>
          <ac:spMkLst>
            <pc:docMk/>
            <pc:sldMk cId="2607773160" sldId="261"/>
            <ac:spMk id="9" creationId="{90FF2B38-17E8-4021-8FA3-A9728BE916A2}"/>
          </ac:spMkLst>
        </pc:spChg>
        <pc:spChg chg="add">
          <ac:chgData name="josh meek" userId="c155cfa3bb2eaa0c" providerId="LiveId" clId="{2E1E7568-3AA9-48A1-9C72-0D817365F13D}" dt="2019-06-25T20:16:56.452" v="2777"/>
          <ac:spMkLst>
            <pc:docMk/>
            <pc:sldMk cId="2607773160" sldId="261"/>
            <ac:spMk id="10" creationId="{134DDD8C-0AB0-42A3-B88B-A11993A400ED}"/>
          </ac:spMkLst>
        </pc:spChg>
        <pc:spChg chg="add mod">
          <ac:chgData name="josh meek" userId="c155cfa3bb2eaa0c" providerId="LiveId" clId="{2E1E7568-3AA9-48A1-9C72-0D817365F13D}" dt="2019-06-25T20:17:10.943" v="2780" actId="1076"/>
          <ac:spMkLst>
            <pc:docMk/>
            <pc:sldMk cId="2607773160" sldId="261"/>
            <ac:spMk id="11" creationId="{9263AC52-A72A-4996-8987-C9DB1D9131C2}"/>
          </ac:spMkLst>
        </pc:spChg>
        <pc:spChg chg="add del">
          <ac:chgData name="josh meek" userId="c155cfa3bb2eaa0c" providerId="LiveId" clId="{2E1E7568-3AA9-48A1-9C72-0D817365F13D}" dt="2019-06-25T20:17:08.152" v="2779" actId="478"/>
          <ac:spMkLst>
            <pc:docMk/>
            <pc:sldMk cId="2607773160" sldId="261"/>
            <ac:spMk id="12" creationId="{2E22AF98-9485-4DB3-B344-1C28B0B112E9}"/>
          </ac:spMkLst>
        </pc:spChg>
        <pc:spChg chg="add del mod">
          <ac:chgData name="josh meek" userId="c155cfa3bb2eaa0c" providerId="LiveId" clId="{2E1E7568-3AA9-48A1-9C72-0D817365F13D}" dt="2019-06-25T20:17:08.152" v="2779" actId="478"/>
          <ac:spMkLst>
            <pc:docMk/>
            <pc:sldMk cId="2607773160" sldId="261"/>
            <ac:spMk id="13" creationId="{62298839-52F3-4C0B-A09E-A0A12975B741}"/>
          </ac:spMkLst>
        </pc:spChg>
        <pc:spChg chg="add del">
          <ac:chgData name="josh meek" userId="c155cfa3bb2eaa0c" providerId="LiveId" clId="{2E1E7568-3AA9-48A1-9C72-0D817365F13D}" dt="2019-06-25T20:17:08.152" v="2779" actId="478"/>
          <ac:spMkLst>
            <pc:docMk/>
            <pc:sldMk cId="2607773160" sldId="261"/>
            <ac:spMk id="14" creationId="{6E148FDE-F78A-4A4D-9F24-A15F92094FF5}"/>
          </ac:spMkLst>
        </pc:spChg>
        <pc:picChg chg="add del mod">
          <ac:chgData name="josh meek" userId="c155cfa3bb2eaa0c" providerId="LiveId" clId="{2E1E7568-3AA9-48A1-9C72-0D817365F13D}" dt="2019-06-25T20:16:51.572" v="2775" actId="478"/>
          <ac:picMkLst>
            <pc:docMk/>
            <pc:sldMk cId="2607773160" sldId="261"/>
            <ac:picMk id="6" creationId="{E5381937-D772-475A-9408-63EDC354F930}"/>
          </ac:picMkLst>
        </pc:picChg>
        <pc:picChg chg="add">
          <ac:chgData name="josh meek" userId="c155cfa3bb2eaa0c" providerId="LiveId" clId="{2E1E7568-3AA9-48A1-9C72-0D817365F13D}" dt="2019-06-25T20:16:56.452" v="2777"/>
          <ac:picMkLst>
            <pc:docMk/>
            <pc:sldMk cId="2607773160" sldId="261"/>
            <ac:picMk id="7" creationId="{5144B384-4C73-4B10-8920-3BD1E52B066E}"/>
          </ac:picMkLst>
        </pc:picChg>
        <pc:picChg chg="add">
          <ac:chgData name="josh meek" userId="c155cfa3bb2eaa0c" providerId="LiveId" clId="{2E1E7568-3AA9-48A1-9C72-0D817365F13D}" dt="2019-06-25T20:16:56.452" v="2777"/>
          <ac:picMkLst>
            <pc:docMk/>
            <pc:sldMk cId="2607773160" sldId="261"/>
            <ac:picMk id="8" creationId="{BB24B45D-0B5F-4C71-8B62-BF71B5C4986C}"/>
          </ac:picMkLst>
        </pc:picChg>
      </pc:sldChg>
      <pc:sldChg chg="addSp delSp modSp add modAnim">
        <pc:chgData name="josh meek" userId="c155cfa3bb2eaa0c" providerId="LiveId" clId="{2E1E7568-3AA9-48A1-9C72-0D817365F13D}" dt="2019-06-25T20:18:52.479" v="2831" actId="1076"/>
        <pc:sldMkLst>
          <pc:docMk/>
          <pc:sldMk cId="3938319208" sldId="262"/>
        </pc:sldMkLst>
        <pc:spChg chg="mod">
          <ac:chgData name="josh meek" userId="c155cfa3bb2eaa0c" providerId="LiveId" clId="{2E1E7568-3AA9-48A1-9C72-0D817365F13D}" dt="2019-06-25T20:18:52.479" v="2831" actId="1076"/>
          <ac:spMkLst>
            <pc:docMk/>
            <pc:sldMk cId="3938319208" sldId="262"/>
            <ac:spMk id="2" creationId="{7046AEF4-CC75-4262-BEDE-052C1F6C851A}"/>
          </ac:spMkLst>
        </pc:spChg>
        <pc:spChg chg="del">
          <ac:chgData name="josh meek" userId="c155cfa3bb2eaa0c" providerId="LiveId" clId="{2E1E7568-3AA9-48A1-9C72-0D817365F13D}" dt="2019-06-25T20:17:54.535" v="2822" actId="478"/>
          <ac:spMkLst>
            <pc:docMk/>
            <pc:sldMk cId="3938319208" sldId="262"/>
            <ac:spMk id="3" creationId="{AC88C7DE-CC4F-4FFE-92F4-818E2672021E}"/>
          </ac:spMkLst>
        </pc:spChg>
        <pc:spChg chg="add mod">
          <ac:chgData name="josh meek" userId="c155cfa3bb2eaa0c" providerId="LiveId" clId="{2E1E7568-3AA9-48A1-9C72-0D817365F13D}" dt="2019-06-25T20:18:07.300" v="2824" actId="1076"/>
          <ac:spMkLst>
            <pc:docMk/>
            <pc:sldMk cId="3938319208" sldId="262"/>
            <ac:spMk id="4" creationId="{5B014C09-1859-4078-9503-154EFBFF5E93}"/>
          </ac:spMkLst>
        </pc:spChg>
        <pc:spChg chg="add mod">
          <ac:chgData name="josh meek" userId="c155cfa3bb2eaa0c" providerId="LiveId" clId="{2E1E7568-3AA9-48A1-9C72-0D817365F13D}" dt="2019-06-25T20:18:47.454" v="2830" actId="1076"/>
          <ac:spMkLst>
            <pc:docMk/>
            <pc:sldMk cId="3938319208" sldId="262"/>
            <ac:spMk id="5" creationId="{1DA5C921-1339-4777-99A6-DA643DDF7F60}"/>
          </ac:spMkLst>
        </pc:spChg>
        <pc:spChg chg="add mod">
          <ac:chgData name="josh meek" userId="c155cfa3bb2eaa0c" providerId="LiveId" clId="{2E1E7568-3AA9-48A1-9C72-0D817365F13D}" dt="2019-06-25T20:18:47.454" v="2830" actId="1076"/>
          <ac:spMkLst>
            <pc:docMk/>
            <pc:sldMk cId="3938319208" sldId="262"/>
            <ac:spMk id="6" creationId="{E5D5282F-64A1-41CD-9712-C2FA672790A7}"/>
          </ac:spMkLst>
        </pc:spChg>
        <pc:spChg chg="add mod">
          <ac:chgData name="josh meek" userId="c155cfa3bb2eaa0c" providerId="LiveId" clId="{2E1E7568-3AA9-48A1-9C72-0D817365F13D}" dt="2019-06-25T20:18:47.454" v="2830" actId="1076"/>
          <ac:spMkLst>
            <pc:docMk/>
            <pc:sldMk cId="3938319208" sldId="262"/>
            <ac:spMk id="7" creationId="{392E8D39-8711-4089-910D-6472429F9D59}"/>
          </ac:spMkLst>
        </pc:spChg>
        <pc:spChg chg="add mod">
          <ac:chgData name="josh meek" userId="c155cfa3bb2eaa0c" providerId="LiveId" clId="{2E1E7568-3AA9-48A1-9C72-0D817365F13D}" dt="2019-06-25T20:18:47.454" v="2830" actId="1076"/>
          <ac:spMkLst>
            <pc:docMk/>
            <pc:sldMk cId="3938319208" sldId="262"/>
            <ac:spMk id="8" creationId="{C7B5259A-63C2-4BA9-93F8-CC48B1571602}"/>
          </ac:spMkLst>
        </pc:spChg>
        <pc:spChg chg="add mod">
          <ac:chgData name="josh meek" userId="c155cfa3bb2eaa0c" providerId="LiveId" clId="{2E1E7568-3AA9-48A1-9C72-0D817365F13D}" dt="2019-06-25T20:18:47.454" v="2830" actId="1076"/>
          <ac:spMkLst>
            <pc:docMk/>
            <pc:sldMk cId="3938319208" sldId="262"/>
            <ac:spMk id="9" creationId="{7C593A5E-A252-4181-A0EE-474340161520}"/>
          </ac:spMkLst>
        </pc:spChg>
        <pc:spChg chg="add mod">
          <ac:chgData name="josh meek" userId="c155cfa3bb2eaa0c" providerId="LiveId" clId="{2E1E7568-3AA9-48A1-9C72-0D817365F13D}" dt="2019-06-25T20:18:47.454" v="2830" actId="1076"/>
          <ac:spMkLst>
            <pc:docMk/>
            <pc:sldMk cId="3938319208" sldId="262"/>
            <ac:spMk id="10" creationId="{08270BD2-A03D-4847-BCAC-0B379361EB18}"/>
          </ac:spMkLst>
        </pc:spChg>
        <pc:spChg chg="add mod">
          <ac:chgData name="josh meek" userId="c155cfa3bb2eaa0c" providerId="LiveId" clId="{2E1E7568-3AA9-48A1-9C72-0D817365F13D}" dt="2019-06-25T20:18:47.454" v="2830" actId="1076"/>
          <ac:spMkLst>
            <pc:docMk/>
            <pc:sldMk cId="3938319208" sldId="262"/>
            <ac:spMk id="11" creationId="{21430039-5D9E-4F33-98D0-2D39568C21F9}"/>
          </ac:spMkLst>
        </pc:spChg>
        <pc:spChg chg="add mod">
          <ac:chgData name="josh meek" userId="c155cfa3bb2eaa0c" providerId="LiveId" clId="{2E1E7568-3AA9-48A1-9C72-0D817365F13D}" dt="2019-06-25T20:18:47.454" v="2830" actId="1076"/>
          <ac:spMkLst>
            <pc:docMk/>
            <pc:sldMk cId="3938319208" sldId="262"/>
            <ac:spMk id="13" creationId="{9D392BF3-3E7D-450A-A95C-AD97EE4605B1}"/>
          </ac:spMkLst>
        </pc:spChg>
        <pc:spChg chg="add mod">
          <ac:chgData name="josh meek" userId="c155cfa3bb2eaa0c" providerId="LiveId" clId="{2E1E7568-3AA9-48A1-9C72-0D817365F13D}" dt="2019-06-25T20:18:47.454" v="2830" actId="1076"/>
          <ac:spMkLst>
            <pc:docMk/>
            <pc:sldMk cId="3938319208" sldId="262"/>
            <ac:spMk id="14" creationId="{BDF26A85-8F5C-4D47-B7A9-FD7938B95F3F}"/>
          </ac:spMkLst>
        </pc:spChg>
        <pc:spChg chg="add mod">
          <ac:chgData name="josh meek" userId="c155cfa3bb2eaa0c" providerId="LiveId" clId="{2E1E7568-3AA9-48A1-9C72-0D817365F13D}" dt="2019-06-25T20:18:47.454" v="2830" actId="1076"/>
          <ac:spMkLst>
            <pc:docMk/>
            <pc:sldMk cId="3938319208" sldId="262"/>
            <ac:spMk id="18" creationId="{E34E3E2B-EF6B-4B7F-B1EF-98099CF3D900}"/>
          </ac:spMkLst>
        </pc:spChg>
        <pc:spChg chg="add mod">
          <ac:chgData name="josh meek" userId="c155cfa3bb2eaa0c" providerId="LiveId" clId="{2E1E7568-3AA9-48A1-9C72-0D817365F13D}" dt="2019-06-25T20:18:47.454" v="2830" actId="1076"/>
          <ac:spMkLst>
            <pc:docMk/>
            <pc:sldMk cId="3938319208" sldId="262"/>
            <ac:spMk id="19" creationId="{2F662F25-57AA-45A9-A0B7-8DB036A6A855}"/>
          </ac:spMkLst>
        </pc:spChg>
        <pc:spChg chg="add mod">
          <ac:chgData name="josh meek" userId="c155cfa3bb2eaa0c" providerId="LiveId" clId="{2E1E7568-3AA9-48A1-9C72-0D817365F13D}" dt="2019-06-25T20:18:47.454" v="2830" actId="1076"/>
          <ac:spMkLst>
            <pc:docMk/>
            <pc:sldMk cId="3938319208" sldId="262"/>
            <ac:spMk id="20" creationId="{3BB37697-9F01-4657-9DC1-95AB22EEB5A0}"/>
          </ac:spMkLst>
        </pc:spChg>
        <pc:spChg chg="add mod">
          <ac:chgData name="josh meek" userId="c155cfa3bb2eaa0c" providerId="LiveId" clId="{2E1E7568-3AA9-48A1-9C72-0D817365F13D}" dt="2019-06-25T20:18:47.454" v="2830" actId="1076"/>
          <ac:spMkLst>
            <pc:docMk/>
            <pc:sldMk cId="3938319208" sldId="262"/>
            <ac:spMk id="21" creationId="{2D87B682-D874-4659-A2B7-C364EBCC7310}"/>
          </ac:spMkLst>
        </pc:spChg>
        <pc:spChg chg="add mod">
          <ac:chgData name="josh meek" userId="c155cfa3bb2eaa0c" providerId="LiveId" clId="{2E1E7568-3AA9-48A1-9C72-0D817365F13D}" dt="2019-06-25T20:18:47.454" v="2830" actId="1076"/>
          <ac:spMkLst>
            <pc:docMk/>
            <pc:sldMk cId="3938319208" sldId="262"/>
            <ac:spMk id="22" creationId="{B34943F9-4335-41CA-BCD1-6F16C9565847}"/>
          </ac:spMkLst>
        </pc:spChg>
        <pc:spChg chg="add mod">
          <ac:chgData name="josh meek" userId="c155cfa3bb2eaa0c" providerId="LiveId" clId="{2E1E7568-3AA9-48A1-9C72-0D817365F13D}" dt="2019-06-25T20:18:47.454" v="2830" actId="1076"/>
          <ac:spMkLst>
            <pc:docMk/>
            <pc:sldMk cId="3938319208" sldId="262"/>
            <ac:spMk id="23" creationId="{950F82E5-B69B-4917-A82C-79415457DD72}"/>
          </ac:spMkLst>
        </pc:spChg>
        <pc:spChg chg="add mod">
          <ac:chgData name="josh meek" userId="c155cfa3bb2eaa0c" providerId="LiveId" clId="{2E1E7568-3AA9-48A1-9C72-0D817365F13D}" dt="2019-06-25T20:18:47.454" v="2830" actId="1076"/>
          <ac:spMkLst>
            <pc:docMk/>
            <pc:sldMk cId="3938319208" sldId="262"/>
            <ac:spMk id="24" creationId="{61AEEA5A-FD16-4C1A-9A3D-6E443B5F16E3}"/>
          </ac:spMkLst>
        </pc:spChg>
        <pc:spChg chg="add mod ord">
          <ac:chgData name="josh meek" userId="c155cfa3bb2eaa0c" providerId="LiveId" clId="{2E1E7568-3AA9-48A1-9C72-0D817365F13D}" dt="2019-06-25T20:18:36.708" v="2829" actId="167"/>
          <ac:spMkLst>
            <pc:docMk/>
            <pc:sldMk cId="3938319208" sldId="262"/>
            <ac:spMk id="25" creationId="{4B5B5803-06D2-4084-9DF8-B0F7462AA859}"/>
          </ac:spMkLst>
        </pc:spChg>
        <pc:cxnChg chg="add mod">
          <ac:chgData name="josh meek" userId="c155cfa3bb2eaa0c" providerId="LiveId" clId="{2E1E7568-3AA9-48A1-9C72-0D817365F13D}" dt="2019-06-25T20:18:47.454" v="2830" actId="1076"/>
          <ac:cxnSpMkLst>
            <pc:docMk/>
            <pc:sldMk cId="3938319208" sldId="262"/>
            <ac:cxnSpMk id="12" creationId="{32CB70A4-5FA8-436C-A970-AD80C1CB936D}"/>
          </ac:cxnSpMkLst>
        </pc:cxnChg>
        <pc:cxnChg chg="add mod">
          <ac:chgData name="josh meek" userId="c155cfa3bb2eaa0c" providerId="LiveId" clId="{2E1E7568-3AA9-48A1-9C72-0D817365F13D}" dt="2019-06-25T20:18:47.454" v="2830" actId="1076"/>
          <ac:cxnSpMkLst>
            <pc:docMk/>
            <pc:sldMk cId="3938319208" sldId="262"/>
            <ac:cxnSpMk id="15" creationId="{A39AE016-D455-4E54-AA88-E5B4E39A2DA4}"/>
          </ac:cxnSpMkLst>
        </pc:cxnChg>
        <pc:cxnChg chg="add mod">
          <ac:chgData name="josh meek" userId="c155cfa3bb2eaa0c" providerId="LiveId" clId="{2E1E7568-3AA9-48A1-9C72-0D817365F13D}" dt="2019-06-25T20:18:47.454" v="2830" actId="1076"/>
          <ac:cxnSpMkLst>
            <pc:docMk/>
            <pc:sldMk cId="3938319208" sldId="262"/>
            <ac:cxnSpMk id="16" creationId="{9396C13B-92B4-4478-B16B-357A3F03649F}"/>
          </ac:cxnSpMkLst>
        </pc:cxnChg>
        <pc:cxnChg chg="add mod">
          <ac:chgData name="josh meek" userId="c155cfa3bb2eaa0c" providerId="LiveId" clId="{2E1E7568-3AA9-48A1-9C72-0D817365F13D}" dt="2019-06-25T20:18:47.454" v="2830" actId="1076"/>
          <ac:cxnSpMkLst>
            <pc:docMk/>
            <pc:sldMk cId="3938319208" sldId="262"/>
            <ac:cxnSpMk id="17" creationId="{524DCF9D-C917-42E9-BC91-1A91F531CCF1}"/>
          </ac:cxnSpMkLst>
        </pc:cxnChg>
      </pc:sldChg>
      <pc:sldChg chg="add del">
        <pc:chgData name="josh meek" userId="c155cfa3bb2eaa0c" providerId="LiveId" clId="{2E1E7568-3AA9-48A1-9C72-0D817365F13D}" dt="2019-06-25T20:21:24.484" v="2834" actId="2696"/>
        <pc:sldMkLst>
          <pc:docMk/>
          <pc:sldMk cId="968664647" sldId="263"/>
        </pc:sldMkLst>
      </pc:sldChg>
      <pc:sldChg chg="modSp add">
        <pc:chgData name="josh meek" userId="c155cfa3bb2eaa0c" providerId="LiveId" clId="{2E1E7568-3AA9-48A1-9C72-0D817365F13D}" dt="2019-06-25T20:21:36.680" v="2835" actId="207"/>
        <pc:sldMkLst>
          <pc:docMk/>
          <pc:sldMk cId="2720346744" sldId="294"/>
        </pc:sldMkLst>
        <pc:spChg chg="mod">
          <ac:chgData name="josh meek" userId="c155cfa3bb2eaa0c" providerId="LiveId" clId="{2E1E7568-3AA9-48A1-9C72-0D817365F13D}" dt="2019-06-25T20:21:36.680" v="2835" actId="207"/>
          <ac:spMkLst>
            <pc:docMk/>
            <pc:sldMk cId="2720346744" sldId="294"/>
            <ac:spMk id="2" creationId="{41722F20-D8AA-4F58-93C8-1386C1EBEE7E}"/>
          </ac:spMkLst>
        </pc:spChg>
      </pc:sldChg>
      <pc:sldChg chg="modSp add">
        <pc:chgData name="josh meek" userId="c155cfa3bb2eaa0c" providerId="LiveId" clId="{2E1E7568-3AA9-48A1-9C72-0D817365F13D}" dt="2019-06-25T20:21:59.260" v="2840" actId="207"/>
        <pc:sldMkLst>
          <pc:docMk/>
          <pc:sldMk cId="1095247915" sldId="307"/>
        </pc:sldMkLst>
        <pc:spChg chg="mod">
          <ac:chgData name="josh meek" userId="c155cfa3bb2eaa0c" providerId="LiveId" clId="{2E1E7568-3AA9-48A1-9C72-0D817365F13D}" dt="2019-06-25T20:21:59.260" v="2840" actId="207"/>
          <ac:spMkLst>
            <pc:docMk/>
            <pc:sldMk cId="1095247915" sldId="307"/>
            <ac:spMk id="2" creationId="{3DF84F57-0989-4FDC-BBEF-29AFE3F5EE51}"/>
          </ac:spMkLst>
        </pc:spChg>
      </pc:sldChg>
      <pc:sldChg chg="modSp add">
        <pc:chgData name="josh meek" userId="c155cfa3bb2eaa0c" providerId="LiveId" clId="{2E1E7568-3AA9-48A1-9C72-0D817365F13D}" dt="2019-06-25T20:21:46.923" v="2838" actId="207"/>
        <pc:sldMkLst>
          <pc:docMk/>
          <pc:sldMk cId="17233877" sldId="336"/>
        </pc:sldMkLst>
        <pc:spChg chg="mod">
          <ac:chgData name="josh meek" userId="c155cfa3bb2eaa0c" providerId="LiveId" clId="{2E1E7568-3AA9-48A1-9C72-0D817365F13D}" dt="2019-06-25T20:21:46.923" v="2838" actId="207"/>
          <ac:spMkLst>
            <pc:docMk/>
            <pc:sldMk cId="17233877" sldId="336"/>
            <ac:spMk id="2" creationId="{1D61C7DC-A28B-41A4-A80C-26A2139BC0A2}"/>
          </ac:spMkLst>
        </pc:spChg>
      </pc:sldChg>
      <pc:sldChg chg="modSp add del">
        <pc:chgData name="josh meek" userId="c155cfa3bb2eaa0c" providerId="LiveId" clId="{2E1E7568-3AA9-48A1-9C72-0D817365F13D}" dt="2019-06-25T20:25:46.087" v="2888" actId="2696"/>
        <pc:sldMkLst>
          <pc:docMk/>
          <pc:sldMk cId="255815288" sldId="337"/>
        </pc:sldMkLst>
        <pc:spChg chg="mod">
          <ac:chgData name="josh meek" userId="c155cfa3bb2eaa0c" providerId="LiveId" clId="{2E1E7568-3AA9-48A1-9C72-0D817365F13D}" dt="2019-06-25T20:21:53.515" v="2839" actId="207"/>
          <ac:spMkLst>
            <pc:docMk/>
            <pc:sldMk cId="255815288" sldId="337"/>
            <ac:spMk id="2" creationId="{B502EB0A-C09D-4237-BE07-EC994E1F51F6}"/>
          </ac:spMkLst>
        </pc:spChg>
      </pc:sldChg>
      <pc:sldChg chg="add del">
        <pc:chgData name="josh meek" userId="c155cfa3bb2eaa0c" providerId="LiveId" clId="{2E1E7568-3AA9-48A1-9C72-0D817365F13D}" dt="2019-06-25T20:22:31.024" v="2843" actId="2696"/>
        <pc:sldMkLst>
          <pc:docMk/>
          <pc:sldMk cId="1981303099" sldId="338"/>
        </pc:sldMkLst>
      </pc:sldChg>
      <pc:sldChg chg="add del">
        <pc:chgData name="josh meek" userId="c155cfa3bb2eaa0c" providerId="LiveId" clId="{2E1E7568-3AA9-48A1-9C72-0D817365F13D}" dt="2019-06-25T20:24:19.292" v="2845" actId="2696"/>
        <pc:sldMkLst>
          <pc:docMk/>
          <pc:sldMk cId="2428787877" sldId="339"/>
        </pc:sldMkLst>
      </pc:sldChg>
      <pc:sldChg chg="addSp delSp modSp add">
        <pc:chgData name="josh meek" userId="c155cfa3bb2eaa0c" providerId="LiveId" clId="{2E1E7568-3AA9-48A1-9C72-0D817365F13D}" dt="2019-06-25T20:25:31.612" v="2887" actId="1076"/>
        <pc:sldMkLst>
          <pc:docMk/>
          <pc:sldMk cId="2374902103" sldId="340"/>
        </pc:sldMkLst>
        <pc:spChg chg="mod">
          <ac:chgData name="josh meek" userId="c155cfa3bb2eaa0c" providerId="LiveId" clId="{2E1E7568-3AA9-48A1-9C72-0D817365F13D}" dt="2019-06-25T20:25:31.612" v="2887" actId="1076"/>
          <ac:spMkLst>
            <pc:docMk/>
            <pc:sldMk cId="2374902103" sldId="340"/>
            <ac:spMk id="2" creationId="{6F986450-494D-4006-8097-C0D2BE96D646}"/>
          </ac:spMkLst>
        </pc:spChg>
        <pc:spChg chg="del">
          <ac:chgData name="josh meek" userId="c155cfa3bb2eaa0c" providerId="LiveId" clId="{2E1E7568-3AA9-48A1-9C72-0D817365F13D}" dt="2019-06-25T20:24:57.980" v="2846" actId="478"/>
          <ac:spMkLst>
            <pc:docMk/>
            <pc:sldMk cId="2374902103" sldId="340"/>
            <ac:spMk id="3" creationId="{2E9F379A-B442-445B-8A83-138790EC0510}"/>
          </ac:spMkLst>
        </pc:spChg>
        <pc:spChg chg="add mod">
          <ac:chgData name="josh meek" userId="c155cfa3bb2eaa0c" providerId="LiveId" clId="{2E1E7568-3AA9-48A1-9C72-0D817365F13D}" dt="2019-06-25T20:25:17.099" v="2858" actId="20577"/>
          <ac:spMkLst>
            <pc:docMk/>
            <pc:sldMk cId="2374902103" sldId="340"/>
            <ac:spMk id="4" creationId="{4C50B09C-D88E-4DE4-BBBD-7E07BD5F5E8D}"/>
          </ac:spMkLst>
        </pc:spChg>
        <pc:picChg chg="add">
          <ac:chgData name="josh meek" userId="c155cfa3bb2eaa0c" providerId="LiveId" clId="{2E1E7568-3AA9-48A1-9C72-0D817365F13D}" dt="2019-06-25T20:24:58.496" v="2847"/>
          <ac:picMkLst>
            <pc:docMk/>
            <pc:sldMk cId="2374902103" sldId="340"/>
            <ac:picMk id="5" creationId="{D26B05F3-7ED4-4FA9-8143-152EAE589422}"/>
          </ac:picMkLst>
        </pc:picChg>
      </pc:sldChg>
      <pc:sldChg chg="modSp add">
        <pc:chgData name="josh meek" userId="c155cfa3bb2eaa0c" providerId="LiveId" clId="{2E1E7568-3AA9-48A1-9C72-0D817365F13D}" dt="2019-06-25T20:27:03.901" v="3041" actId="20577"/>
        <pc:sldMkLst>
          <pc:docMk/>
          <pc:sldMk cId="3287450195" sldId="341"/>
        </pc:sldMkLst>
        <pc:spChg chg="mod">
          <ac:chgData name="josh meek" userId="c155cfa3bb2eaa0c" providerId="LiveId" clId="{2E1E7568-3AA9-48A1-9C72-0D817365F13D}" dt="2019-06-25T20:26:20.150" v="2968" actId="1076"/>
          <ac:spMkLst>
            <pc:docMk/>
            <pc:sldMk cId="3287450195" sldId="341"/>
            <ac:spMk id="2" creationId="{45299979-402B-43F8-9428-80DA35C1CF4A}"/>
          </ac:spMkLst>
        </pc:spChg>
        <pc:spChg chg="mod">
          <ac:chgData name="josh meek" userId="c155cfa3bb2eaa0c" providerId="LiveId" clId="{2E1E7568-3AA9-48A1-9C72-0D817365F13D}" dt="2019-06-25T20:27:03.901" v="3041" actId="20577"/>
          <ac:spMkLst>
            <pc:docMk/>
            <pc:sldMk cId="3287450195" sldId="341"/>
            <ac:spMk id="3" creationId="{71665ACE-8322-499A-98DA-1BE9BBA779C0}"/>
          </ac:spMkLst>
        </pc:spChg>
      </pc:sldChg>
      <pc:sldMasterChg chg="setBg modSldLayout">
        <pc:chgData name="josh meek" userId="c155cfa3bb2eaa0c" providerId="LiveId" clId="{2E1E7568-3AA9-48A1-9C72-0D817365F13D}" dt="2019-06-25T19:58:38.317" v="2033"/>
        <pc:sldMasterMkLst>
          <pc:docMk/>
          <pc:sldMasterMk cId="632974786" sldId="2147483648"/>
        </pc:sldMasterMkLst>
        <pc:sldLayoutChg chg="setBg">
          <pc:chgData name="josh meek" userId="c155cfa3bb2eaa0c" providerId="LiveId" clId="{2E1E7568-3AA9-48A1-9C72-0D817365F13D}" dt="2019-06-25T19:58:38.317" v="2033"/>
          <pc:sldLayoutMkLst>
            <pc:docMk/>
            <pc:sldMasterMk cId="632974786" sldId="2147483648"/>
            <pc:sldLayoutMk cId="3641675742" sldId="2147483649"/>
          </pc:sldLayoutMkLst>
        </pc:sldLayoutChg>
        <pc:sldLayoutChg chg="setBg">
          <pc:chgData name="josh meek" userId="c155cfa3bb2eaa0c" providerId="LiveId" clId="{2E1E7568-3AA9-48A1-9C72-0D817365F13D}" dt="2019-06-25T19:58:38.317" v="2033"/>
          <pc:sldLayoutMkLst>
            <pc:docMk/>
            <pc:sldMasterMk cId="632974786" sldId="2147483648"/>
            <pc:sldLayoutMk cId="98348292" sldId="2147483650"/>
          </pc:sldLayoutMkLst>
        </pc:sldLayoutChg>
        <pc:sldLayoutChg chg="setBg">
          <pc:chgData name="josh meek" userId="c155cfa3bb2eaa0c" providerId="LiveId" clId="{2E1E7568-3AA9-48A1-9C72-0D817365F13D}" dt="2019-06-25T19:58:38.317" v="2033"/>
          <pc:sldLayoutMkLst>
            <pc:docMk/>
            <pc:sldMasterMk cId="632974786" sldId="2147483648"/>
            <pc:sldLayoutMk cId="1535470870" sldId="2147483651"/>
          </pc:sldLayoutMkLst>
        </pc:sldLayoutChg>
        <pc:sldLayoutChg chg="setBg">
          <pc:chgData name="josh meek" userId="c155cfa3bb2eaa0c" providerId="LiveId" clId="{2E1E7568-3AA9-48A1-9C72-0D817365F13D}" dt="2019-06-25T19:58:38.317" v="2033"/>
          <pc:sldLayoutMkLst>
            <pc:docMk/>
            <pc:sldMasterMk cId="632974786" sldId="2147483648"/>
            <pc:sldLayoutMk cId="3378954345" sldId="2147483652"/>
          </pc:sldLayoutMkLst>
        </pc:sldLayoutChg>
        <pc:sldLayoutChg chg="setBg">
          <pc:chgData name="josh meek" userId="c155cfa3bb2eaa0c" providerId="LiveId" clId="{2E1E7568-3AA9-48A1-9C72-0D817365F13D}" dt="2019-06-25T19:58:38.317" v="2033"/>
          <pc:sldLayoutMkLst>
            <pc:docMk/>
            <pc:sldMasterMk cId="632974786" sldId="2147483648"/>
            <pc:sldLayoutMk cId="2689051416" sldId="2147483653"/>
          </pc:sldLayoutMkLst>
        </pc:sldLayoutChg>
        <pc:sldLayoutChg chg="setBg">
          <pc:chgData name="josh meek" userId="c155cfa3bb2eaa0c" providerId="LiveId" clId="{2E1E7568-3AA9-48A1-9C72-0D817365F13D}" dt="2019-06-25T19:58:38.317" v="2033"/>
          <pc:sldLayoutMkLst>
            <pc:docMk/>
            <pc:sldMasterMk cId="632974786" sldId="2147483648"/>
            <pc:sldLayoutMk cId="2069431608" sldId="2147483654"/>
          </pc:sldLayoutMkLst>
        </pc:sldLayoutChg>
        <pc:sldLayoutChg chg="setBg">
          <pc:chgData name="josh meek" userId="c155cfa3bb2eaa0c" providerId="LiveId" clId="{2E1E7568-3AA9-48A1-9C72-0D817365F13D}" dt="2019-06-25T19:58:38.317" v="2033"/>
          <pc:sldLayoutMkLst>
            <pc:docMk/>
            <pc:sldMasterMk cId="632974786" sldId="2147483648"/>
            <pc:sldLayoutMk cId="2971230667" sldId="2147483655"/>
          </pc:sldLayoutMkLst>
        </pc:sldLayoutChg>
        <pc:sldLayoutChg chg="setBg">
          <pc:chgData name="josh meek" userId="c155cfa3bb2eaa0c" providerId="LiveId" clId="{2E1E7568-3AA9-48A1-9C72-0D817365F13D}" dt="2019-06-25T19:58:38.317" v="2033"/>
          <pc:sldLayoutMkLst>
            <pc:docMk/>
            <pc:sldMasterMk cId="632974786" sldId="2147483648"/>
            <pc:sldLayoutMk cId="2338616578" sldId="2147483656"/>
          </pc:sldLayoutMkLst>
        </pc:sldLayoutChg>
        <pc:sldLayoutChg chg="setBg">
          <pc:chgData name="josh meek" userId="c155cfa3bb2eaa0c" providerId="LiveId" clId="{2E1E7568-3AA9-48A1-9C72-0D817365F13D}" dt="2019-06-25T19:58:38.317" v="2033"/>
          <pc:sldLayoutMkLst>
            <pc:docMk/>
            <pc:sldMasterMk cId="632974786" sldId="2147483648"/>
            <pc:sldLayoutMk cId="1465633944" sldId="2147483657"/>
          </pc:sldLayoutMkLst>
        </pc:sldLayoutChg>
        <pc:sldLayoutChg chg="setBg">
          <pc:chgData name="josh meek" userId="c155cfa3bb2eaa0c" providerId="LiveId" clId="{2E1E7568-3AA9-48A1-9C72-0D817365F13D}" dt="2019-06-25T19:58:38.317" v="2033"/>
          <pc:sldLayoutMkLst>
            <pc:docMk/>
            <pc:sldMasterMk cId="632974786" sldId="2147483648"/>
            <pc:sldLayoutMk cId="914347215" sldId="2147483658"/>
          </pc:sldLayoutMkLst>
        </pc:sldLayoutChg>
        <pc:sldLayoutChg chg="setBg">
          <pc:chgData name="josh meek" userId="c155cfa3bb2eaa0c" providerId="LiveId" clId="{2E1E7568-3AA9-48A1-9C72-0D817365F13D}" dt="2019-06-25T19:58:38.317" v="2033"/>
          <pc:sldLayoutMkLst>
            <pc:docMk/>
            <pc:sldMasterMk cId="632974786" sldId="2147483648"/>
            <pc:sldLayoutMk cId="3573343495"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0EE2B8-DA2D-462C-B4A5-EB7A06D1133B}" type="datetimeFigureOut">
              <a:rPr lang="en-GB" smtClean="0"/>
              <a:t>25/06/2019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AE2823-D7E2-44D4-9781-BB566C97C260}" type="slidenum">
              <a:rPr lang="en-GB" smtClean="0"/>
              <a:t>‹#›</a:t>
            </a:fld>
            <a:endParaRPr lang="en-GB"/>
          </a:p>
        </p:txBody>
      </p:sp>
    </p:spTree>
    <p:extLst>
      <p:ext uri="{BB962C8B-B14F-4D97-AF65-F5344CB8AC3E}">
        <p14:creationId xmlns:p14="http://schemas.microsoft.com/office/powerpoint/2010/main" val="112693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KPIs are important as they help you measure this change… the social impact that you have.</a:t>
            </a:r>
          </a:p>
          <a:p>
            <a:endParaRPr lang="en-GB" dirty="0"/>
          </a:p>
          <a:p>
            <a:r>
              <a:rPr lang="en-GB" dirty="0"/>
              <a:t>They can be used to test your assumptions… </a:t>
            </a:r>
          </a:p>
          <a:p>
            <a:endParaRPr lang="en-GB" dirty="0"/>
          </a:p>
          <a:p>
            <a:r>
              <a:rPr lang="en-GB" dirty="0"/>
              <a:t>And they can be used to show your achievements. </a:t>
            </a:r>
          </a:p>
          <a:p>
            <a:endParaRPr lang="en-GB" dirty="0"/>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2682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Generally there are 2 types of KPIs… quantitative and qualitative… </a:t>
            </a:r>
          </a:p>
          <a:p>
            <a:endParaRPr lang="en-GB" dirty="0"/>
          </a:p>
          <a:p>
            <a:r>
              <a:rPr lang="en-GB" dirty="0"/>
              <a:t>The quant are the numbers… they generally refer to numerical changes: </a:t>
            </a:r>
          </a:p>
          <a:p>
            <a:endParaRPr lang="en-GB" dirty="0"/>
          </a:p>
          <a:p>
            <a:pPr marL="171450" indent="-171450">
              <a:buFontTx/>
              <a:buChar char="-"/>
            </a:pPr>
            <a:r>
              <a:rPr lang="en-GB" dirty="0"/>
              <a:t>no. of people with X</a:t>
            </a:r>
          </a:p>
          <a:p>
            <a:pPr marL="171450" indent="-171450">
              <a:buFontTx/>
              <a:buChar char="-"/>
            </a:pPr>
            <a:r>
              <a:rPr lang="en-GB" dirty="0"/>
              <a:t>Increased income of X. </a:t>
            </a:r>
          </a:p>
          <a:p>
            <a:pPr marL="171450" indent="-171450">
              <a:buFontTx/>
              <a:buChar char="-"/>
            </a:pPr>
            <a:endParaRPr lang="en-GB" dirty="0"/>
          </a:p>
          <a:p>
            <a:pPr marL="0" indent="0">
              <a:buFontTx/>
              <a:buNone/>
            </a:pPr>
            <a:r>
              <a:rPr lang="en-GB" dirty="0"/>
              <a:t>Qualitative indicators tend to focus more on the judgement, feelings and perceptions of someone… they are subjective.</a:t>
            </a:r>
          </a:p>
          <a:p>
            <a:pPr marL="0" indent="0">
              <a:buFontTx/>
              <a:buNone/>
            </a:pPr>
            <a:endParaRPr lang="en-GB" dirty="0"/>
          </a:p>
          <a:p>
            <a:pPr marL="0" indent="0">
              <a:buFontTx/>
              <a:buNone/>
            </a:pPr>
            <a:r>
              <a:rPr lang="en-GB" dirty="0"/>
              <a:t>It is important to cross reference both and think about both being SMART!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98116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thousands of ways to collect data… the key is to think about what you want to know (e.g. your KPIs) and then think about the most appropriate method to get that information… </a:t>
            </a:r>
          </a:p>
          <a:p>
            <a:endParaRPr lang="en-GB" dirty="0"/>
          </a:p>
          <a:p>
            <a:r>
              <a:rPr lang="en-GB" b="1" dirty="0"/>
              <a:t>Does anyone have some suggested tools for collecting data and information from people? </a:t>
            </a:r>
          </a:p>
          <a:p>
            <a:endParaRPr lang="en-GB" b="1" dirty="0"/>
          </a:p>
          <a:p>
            <a:r>
              <a:rPr lang="en-GB" b="0" dirty="0"/>
              <a:t>Here are some of the popular ones…</a:t>
            </a:r>
          </a:p>
          <a:p>
            <a:endParaRPr lang="en-GB" b="0" dirty="0"/>
          </a:p>
          <a:p>
            <a:r>
              <a:rPr lang="en-GB" b="0" dirty="0"/>
              <a:t>It is important to think about </a:t>
            </a:r>
            <a:r>
              <a:rPr lang="en-GB" b="1" dirty="0"/>
              <a:t>how much time and effort you can put into designing these! </a:t>
            </a:r>
            <a:endParaRPr lang="en-GB" b="0" dirty="0"/>
          </a:p>
          <a:p>
            <a:endParaRPr lang="en-GB" b="0" dirty="0"/>
          </a:p>
          <a:p>
            <a:r>
              <a:rPr lang="en-GB" b="0" dirty="0"/>
              <a:t>Because of that, it is good to think about data collection tools in  2 ways: </a:t>
            </a:r>
          </a:p>
          <a:p>
            <a:endParaRPr lang="en-GB" b="0" dirty="0"/>
          </a:p>
          <a:p>
            <a:pPr marL="228600" indent="-228600">
              <a:buAutoNum type="arabicParenR"/>
            </a:pPr>
            <a:r>
              <a:rPr lang="en-GB" b="0" dirty="0"/>
              <a:t>Do I develop them myself from scratch? This can be more bespoke but you might be reinventing the wheel. </a:t>
            </a:r>
          </a:p>
          <a:p>
            <a:pPr marL="228600" indent="-228600">
              <a:buAutoNum type="arabicParenR"/>
            </a:pPr>
            <a:r>
              <a:rPr lang="en-GB" b="0" dirty="0"/>
              <a:t>Can I use someone else’s data or tools? You </a:t>
            </a:r>
            <a:r>
              <a:rPr lang="en-GB" b="0" dirty="0" err="1"/>
              <a:t>migh</a:t>
            </a:r>
            <a:r>
              <a:rPr lang="en-GB" b="0" dirty="0"/>
              <a:t> </a:t>
            </a:r>
            <a:r>
              <a:rPr lang="en-GB" b="0" dirty="0" err="1"/>
              <a:t>tnot</a:t>
            </a:r>
            <a:r>
              <a:rPr lang="en-GB" b="0" dirty="0"/>
              <a:t> be able to adapt it as much as your own… but they will often have had good investment and can be recognised by others.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7803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88837-5EAE-401C-9833-0F1CE18BE8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6A2F794-3899-4F38-8677-81AD2C50CC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F5FD6DE-2D72-4AC0-820F-3123561FC0C9}"/>
              </a:ext>
            </a:extLst>
          </p:cNvPr>
          <p:cNvSpPr>
            <a:spLocks noGrp="1"/>
          </p:cNvSpPr>
          <p:nvPr>
            <p:ph type="dt" sz="half" idx="10"/>
          </p:nvPr>
        </p:nvSpPr>
        <p:spPr/>
        <p:txBody>
          <a:bodyPr/>
          <a:lstStyle/>
          <a:p>
            <a:fld id="{ECEFC56E-3953-4496-9518-9C30DC8147A6}" type="datetimeFigureOut">
              <a:rPr lang="en-GB" smtClean="0"/>
              <a:t>25/06/2019</a:t>
            </a:fld>
            <a:endParaRPr lang="en-GB"/>
          </a:p>
        </p:txBody>
      </p:sp>
      <p:sp>
        <p:nvSpPr>
          <p:cNvPr id="5" name="Footer Placeholder 4">
            <a:extLst>
              <a:ext uri="{FF2B5EF4-FFF2-40B4-BE49-F238E27FC236}">
                <a16:creationId xmlns:a16="http://schemas.microsoft.com/office/drawing/2014/main" id="{D381F6B4-F9BB-4429-88A7-75ADB1DAC9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D9F8A0-4C50-433E-9E3F-2E7B2C316CA4}"/>
              </a:ext>
            </a:extLst>
          </p:cNvPr>
          <p:cNvSpPr>
            <a:spLocks noGrp="1"/>
          </p:cNvSpPr>
          <p:nvPr>
            <p:ph type="sldNum" sz="quarter" idx="12"/>
          </p:nvPr>
        </p:nvSpPr>
        <p:spPr/>
        <p:txBody>
          <a:bodyPr/>
          <a:lstStyle/>
          <a:p>
            <a:fld id="{D65BA4AE-5130-43FE-9FAA-1337EB58460F}" type="slidenum">
              <a:rPr lang="en-GB" smtClean="0"/>
              <a:t>‹#›</a:t>
            </a:fld>
            <a:endParaRPr lang="en-GB"/>
          </a:p>
        </p:txBody>
      </p:sp>
    </p:spTree>
    <p:extLst>
      <p:ext uri="{BB962C8B-B14F-4D97-AF65-F5344CB8AC3E}">
        <p14:creationId xmlns:p14="http://schemas.microsoft.com/office/powerpoint/2010/main" val="364167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63B4F-BBC1-4EA3-A052-74DDB41BC6A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9D745EE-A73D-4553-95FC-11EB1A9973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E67BFD9-5806-402A-A272-16E9C01B9350}"/>
              </a:ext>
            </a:extLst>
          </p:cNvPr>
          <p:cNvSpPr>
            <a:spLocks noGrp="1"/>
          </p:cNvSpPr>
          <p:nvPr>
            <p:ph type="dt" sz="half" idx="10"/>
          </p:nvPr>
        </p:nvSpPr>
        <p:spPr/>
        <p:txBody>
          <a:bodyPr/>
          <a:lstStyle/>
          <a:p>
            <a:fld id="{ECEFC56E-3953-4496-9518-9C30DC8147A6}" type="datetimeFigureOut">
              <a:rPr lang="en-GB" smtClean="0"/>
              <a:t>25/06/2019</a:t>
            </a:fld>
            <a:endParaRPr lang="en-GB"/>
          </a:p>
        </p:txBody>
      </p:sp>
      <p:sp>
        <p:nvSpPr>
          <p:cNvPr id="5" name="Footer Placeholder 4">
            <a:extLst>
              <a:ext uri="{FF2B5EF4-FFF2-40B4-BE49-F238E27FC236}">
                <a16:creationId xmlns:a16="http://schemas.microsoft.com/office/drawing/2014/main" id="{3D39EE1B-F1B7-43E4-B354-F23A8E5A23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90E98D8-7553-415A-AAC3-64515D5FC540}"/>
              </a:ext>
            </a:extLst>
          </p:cNvPr>
          <p:cNvSpPr>
            <a:spLocks noGrp="1"/>
          </p:cNvSpPr>
          <p:nvPr>
            <p:ph type="sldNum" sz="quarter" idx="12"/>
          </p:nvPr>
        </p:nvSpPr>
        <p:spPr/>
        <p:txBody>
          <a:bodyPr/>
          <a:lstStyle/>
          <a:p>
            <a:fld id="{D65BA4AE-5130-43FE-9FAA-1337EB58460F}" type="slidenum">
              <a:rPr lang="en-GB" smtClean="0"/>
              <a:t>‹#›</a:t>
            </a:fld>
            <a:endParaRPr lang="en-GB"/>
          </a:p>
        </p:txBody>
      </p:sp>
    </p:spTree>
    <p:extLst>
      <p:ext uri="{BB962C8B-B14F-4D97-AF65-F5344CB8AC3E}">
        <p14:creationId xmlns:p14="http://schemas.microsoft.com/office/powerpoint/2010/main" val="98348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90638-6CA3-428E-B380-1B55F8FF77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43832E3-53E2-41BE-AE22-43C9826AF2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598387-A32D-4CB8-AA2F-20A65B742502}"/>
              </a:ext>
            </a:extLst>
          </p:cNvPr>
          <p:cNvSpPr>
            <a:spLocks noGrp="1"/>
          </p:cNvSpPr>
          <p:nvPr>
            <p:ph type="dt" sz="half" idx="10"/>
          </p:nvPr>
        </p:nvSpPr>
        <p:spPr/>
        <p:txBody>
          <a:bodyPr/>
          <a:lstStyle/>
          <a:p>
            <a:fld id="{ECEFC56E-3953-4496-9518-9C30DC8147A6}" type="datetimeFigureOut">
              <a:rPr lang="en-GB" smtClean="0"/>
              <a:t>25/06/2019</a:t>
            </a:fld>
            <a:endParaRPr lang="en-GB"/>
          </a:p>
        </p:txBody>
      </p:sp>
      <p:sp>
        <p:nvSpPr>
          <p:cNvPr id="5" name="Footer Placeholder 4">
            <a:extLst>
              <a:ext uri="{FF2B5EF4-FFF2-40B4-BE49-F238E27FC236}">
                <a16:creationId xmlns:a16="http://schemas.microsoft.com/office/drawing/2014/main" id="{3B09AC06-2356-4714-92AC-56F5C278357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F418A1F-BBF8-40B5-94E2-5B957E555D7A}"/>
              </a:ext>
            </a:extLst>
          </p:cNvPr>
          <p:cNvSpPr>
            <a:spLocks noGrp="1"/>
          </p:cNvSpPr>
          <p:nvPr>
            <p:ph type="sldNum" sz="quarter" idx="12"/>
          </p:nvPr>
        </p:nvSpPr>
        <p:spPr/>
        <p:txBody>
          <a:bodyPr/>
          <a:lstStyle/>
          <a:p>
            <a:fld id="{D65BA4AE-5130-43FE-9FAA-1337EB58460F}" type="slidenum">
              <a:rPr lang="en-GB" smtClean="0"/>
              <a:t>‹#›</a:t>
            </a:fld>
            <a:endParaRPr lang="en-GB"/>
          </a:p>
        </p:txBody>
      </p:sp>
    </p:spTree>
    <p:extLst>
      <p:ext uri="{BB962C8B-B14F-4D97-AF65-F5344CB8AC3E}">
        <p14:creationId xmlns:p14="http://schemas.microsoft.com/office/powerpoint/2010/main" val="1535470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974D5-6454-46D4-9D4D-6E5FC7C63C4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331DCFB-7273-46C8-98CB-C6D66444FF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F19B830-F786-4EA6-88E0-0AB694C52E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BB8AA43-627B-40A0-AEAD-DB2895FC666F}"/>
              </a:ext>
            </a:extLst>
          </p:cNvPr>
          <p:cNvSpPr>
            <a:spLocks noGrp="1"/>
          </p:cNvSpPr>
          <p:nvPr>
            <p:ph type="dt" sz="half" idx="10"/>
          </p:nvPr>
        </p:nvSpPr>
        <p:spPr/>
        <p:txBody>
          <a:bodyPr/>
          <a:lstStyle/>
          <a:p>
            <a:fld id="{ECEFC56E-3953-4496-9518-9C30DC8147A6}" type="datetimeFigureOut">
              <a:rPr lang="en-GB" smtClean="0"/>
              <a:t>25/06/2019</a:t>
            </a:fld>
            <a:endParaRPr lang="en-GB"/>
          </a:p>
        </p:txBody>
      </p:sp>
      <p:sp>
        <p:nvSpPr>
          <p:cNvPr id="6" name="Footer Placeholder 5">
            <a:extLst>
              <a:ext uri="{FF2B5EF4-FFF2-40B4-BE49-F238E27FC236}">
                <a16:creationId xmlns:a16="http://schemas.microsoft.com/office/drawing/2014/main" id="{F9D1B9AA-D954-4F80-AAFE-589109AF1E1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2D98949-6104-48AD-BCEA-8B4957EA8781}"/>
              </a:ext>
            </a:extLst>
          </p:cNvPr>
          <p:cNvSpPr>
            <a:spLocks noGrp="1"/>
          </p:cNvSpPr>
          <p:nvPr>
            <p:ph type="sldNum" sz="quarter" idx="12"/>
          </p:nvPr>
        </p:nvSpPr>
        <p:spPr/>
        <p:txBody>
          <a:bodyPr/>
          <a:lstStyle/>
          <a:p>
            <a:fld id="{D65BA4AE-5130-43FE-9FAA-1337EB58460F}" type="slidenum">
              <a:rPr lang="en-GB" smtClean="0"/>
              <a:t>‹#›</a:t>
            </a:fld>
            <a:endParaRPr lang="en-GB"/>
          </a:p>
        </p:txBody>
      </p:sp>
    </p:spTree>
    <p:extLst>
      <p:ext uri="{BB962C8B-B14F-4D97-AF65-F5344CB8AC3E}">
        <p14:creationId xmlns:p14="http://schemas.microsoft.com/office/powerpoint/2010/main" val="3378954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B2FFD-338B-4BE5-BD23-51FD50534AF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08DFD27-5F21-4BEE-BD36-30DA02D620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02CB25-7767-4B55-97AA-28207E409E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DF8D39E-6BD2-42A0-80F8-3B20BF01AE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91ACBE-F845-42C2-BFF8-26A804A930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D6E3759-55CE-460D-856F-151868EFD0B2}"/>
              </a:ext>
            </a:extLst>
          </p:cNvPr>
          <p:cNvSpPr>
            <a:spLocks noGrp="1"/>
          </p:cNvSpPr>
          <p:nvPr>
            <p:ph type="dt" sz="half" idx="10"/>
          </p:nvPr>
        </p:nvSpPr>
        <p:spPr/>
        <p:txBody>
          <a:bodyPr/>
          <a:lstStyle/>
          <a:p>
            <a:fld id="{ECEFC56E-3953-4496-9518-9C30DC8147A6}" type="datetimeFigureOut">
              <a:rPr lang="en-GB" smtClean="0"/>
              <a:t>25/06/2019</a:t>
            </a:fld>
            <a:endParaRPr lang="en-GB"/>
          </a:p>
        </p:txBody>
      </p:sp>
      <p:sp>
        <p:nvSpPr>
          <p:cNvPr id="8" name="Footer Placeholder 7">
            <a:extLst>
              <a:ext uri="{FF2B5EF4-FFF2-40B4-BE49-F238E27FC236}">
                <a16:creationId xmlns:a16="http://schemas.microsoft.com/office/drawing/2014/main" id="{BE677317-3127-4763-A1E6-EC049202019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BA31573-5EE2-4110-BC89-EA58FB7030B5}"/>
              </a:ext>
            </a:extLst>
          </p:cNvPr>
          <p:cNvSpPr>
            <a:spLocks noGrp="1"/>
          </p:cNvSpPr>
          <p:nvPr>
            <p:ph type="sldNum" sz="quarter" idx="12"/>
          </p:nvPr>
        </p:nvSpPr>
        <p:spPr/>
        <p:txBody>
          <a:bodyPr/>
          <a:lstStyle/>
          <a:p>
            <a:fld id="{D65BA4AE-5130-43FE-9FAA-1337EB58460F}" type="slidenum">
              <a:rPr lang="en-GB" smtClean="0"/>
              <a:t>‹#›</a:t>
            </a:fld>
            <a:endParaRPr lang="en-GB"/>
          </a:p>
        </p:txBody>
      </p:sp>
    </p:spTree>
    <p:extLst>
      <p:ext uri="{BB962C8B-B14F-4D97-AF65-F5344CB8AC3E}">
        <p14:creationId xmlns:p14="http://schemas.microsoft.com/office/powerpoint/2010/main" val="2689051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EE389-E532-498A-8270-7B1AE6D4F75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E6867E1-F9FE-4A50-B2E9-31965527060B}"/>
              </a:ext>
            </a:extLst>
          </p:cNvPr>
          <p:cNvSpPr>
            <a:spLocks noGrp="1"/>
          </p:cNvSpPr>
          <p:nvPr>
            <p:ph type="dt" sz="half" idx="10"/>
          </p:nvPr>
        </p:nvSpPr>
        <p:spPr/>
        <p:txBody>
          <a:bodyPr/>
          <a:lstStyle/>
          <a:p>
            <a:fld id="{ECEFC56E-3953-4496-9518-9C30DC8147A6}" type="datetimeFigureOut">
              <a:rPr lang="en-GB" smtClean="0"/>
              <a:t>25/06/2019</a:t>
            </a:fld>
            <a:endParaRPr lang="en-GB"/>
          </a:p>
        </p:txBody>
      </p:sp>
      <p:sp>
        <p:nvSpPr>
          <p:cNvPr id="4" name="Footer Placeholder 3">
            <a:extLst>
              <a:ext uri="{FF2B5EF4-FFF2-40B4-BE49-F238E27FC236}">
                <a16:creationId xmlns:a16="http://schemas.microsoft.com/office/drawing/2014/main" id="{EB0559DB-6013-419C-AD1D-25DF476272A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F447028-2979-4D01-B600-7BC3DF0CE5FE}"/>
              </a:ext>
            </a:extLst>
          </p:cNvPr>
          <p:cNvSpPr>
            <a:spLocks noGrp="1"/>
          </p:cNvSpPr>
          <p:nvPr>
            <p:ph type="sldNum" sz="quarter" idx="12"/>
          </p:nvPr>
        </p:nvSpPr>
        <p:spPr/>
        <p:txBody>
          <a:bodyPr/>
          <a:lstStyle/>
          <a:p>
            <a:fld id="{D65BA4AE-5130-43FE-9FAA-1337EB58460F}" type="slidenum">
              <a:rPr lang="en-GB" smtClean="0"/>
              <a:t>‹#›</a:t>
            </a:fld>
            <a:endParaRPr lang="en-GB"/>
          </a:p>
        </p:txBody>
      </p:sp>
    </p:spTree>
    <p:extLst>
      <p:ext uri="{BB962C8B-B14F-4D97-AF65-F5344CB8AC3E}">
        <p14:creationId xmlns:p14="http://schemas.microsoft.com/office/powerpoint/2010/main" val="2069431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F5773C-B79F-4E95-88E1-BE365AD620CB}"/>
              </a:ext>
            </a:extLst>
          </p:cNvPr>
          <p:cNvSpPr>
            <a:spLocks noGrp="1"/>
          </p:cNvSpPr>
          <p:nvPr>
            <p:ph type="dt" sz="half" idx="10"/>
          </p:nvPr>
        </p:nvSpPr>
        <p:spPr/>
        <p:txBody>
          <a:bodyPr/>
          <a:lstStyle/>
          <a:p>
            <a:fld id="{ECEFC56E-3953-4496-9518-9C30DC8147A6}" type="datetimeFigureOut">
              <a:rPr lang="en-GB" smtClean="0"/>
              <a:t>25/06/2019</a:t>
            </a:fld>
            <a:endParaRPr lang="en-GB"/>
          </a:p>
        </p:txBody>
      </p:sp>
      <p:sp>
        <p:nvSpPr>
          <p:cNvPr id="3" name="Footer Placeholder 2">
            <a:extLst>
              <a:ext uri="{FF2B5EF4-FFF2-40B4-BE49-F238E27FC236}">
                <a16:creationId xmlns:a16="http://schemas.microsoft.com/office/drawing/2014/main" id="{1E5517D3-A150-41C7-AB9C-51411F41641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AD43B33-5243-4E10-96F6-1C77FE61AA71}"/>
              </a:ext>
            </a:extLst>
          </p:cNvPr>
          <p:cNvSpPr>
            <a:spLocks noGrp="1"/>
          </p:cNvSpPr>
          <p:nvPr>
            <p:ph type="sldNum" sz="quarter" idx="12"/>
          </p:nvPr>
        </p:nvSpPr>
        <p:spPr/>
        <p:txBody>
          <a:bodyPr/>
          <a:lstStyle/>
          <a:p>
            <a:fld id="{D65BA4AE-5130-43FE-9FAA-1337EB58460F}" type="slidenum">
              <a:rPr lang="en-GB" smtClean="0"/>
              <a:t>‹#›</a:t>
            </a:fld>
            <a:endParaRPr lang="en-GB"/>
          </a:p>
        </p:txBody>
      </p:sp>
    </p:spTree>
    <p:extLst>
      <p:ext uri="{BB962C8B-B14F-4D97-AF65-F5344CB8AC3E}">
        <p14:creationId xmlns:p14="http://schemas.microsoft.com/office/powerpoint/2010/main" val="2971230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DD505-4F16-4C6F-8FC1-AD61BABFAE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631CCFD-44B8-4571-B04A-6943B0ABC0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61A86DD-05D2-4666-9EDB-E53BD090C3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0857EB-BF64-4916-AD0E-C9367FE73CA7}"/>
              </a:ext>
            </a:extLst>
          </p:cNvPr>
          <p:cNvSpPr>
            <a:spLocks noGrp="1"/>
          </p:cNvSpPr>
          <p:nvPr>
            <p:ph type="dt" sz="half" idx="10"/>
          </p:nvPr>
        </p:nvSpPr>
        <p:spPr/>
        <p:txBody>
          <a:bodyPr/>
          <a:lstStyle/>
          <a:p>
            <a:fld id="{ECEFC56E-3953-4496-9518-9C30DC8147A6}" type="datetimeFigureOut">
              <a:rPr lang="en-GB" smtClean="0"/>
              <a:t>25/06/2019</a:t>
            </a:fld>
            <a:endParaRPr lang="en-GB"/>
          </a:p>
        </p:txBody>
      </p:sp>
      <p:sp>
        <p:nvSpPr>
          <p:cNvPr id="6" name="Footer Placeholder 5">
            <a:extLst>
              <a:ext uri="{FF2B5EF4-FFF2-40B4-BE49-F238E27FC236}">
                <a16:creationId xmlns:a16="http://schemas.microsoft.com/office/drawing/2014/main" id="{E0D294E9-C47A-4696-85BC-FA3FD607F53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C5198ED-29A1-4393-9268-9EF4C28CD78B}"/>
              </a:ext>
            </a:extLst>
          </p:cNvPr>
          <p:cNvSpPr>
            <a:spLocks noGrp="1"/>
          </p:cNvSpPr>
          <p:nvPr>
            <p:ph type="sldNum" sz="quarter" idx="12"/>
          </p:nvPr>
        </p:nvSpPr>
        <p:spPr/>
        <p:txBody>
          <a:bodyPr/>
          <a:lstStyle/>
          <a:p>
            <a:fld id="{D65BA4AE-5130-43FE-9FAA-1337EB58460F}" type="slidenum">
              <a:rPr lang="en-GB" smtClean="0"/>
              <a:t>‹#›</a:t>
            </a:fld>
            <a:endParaRPr lang="en-GB"/>
          </a:p>
        </p:txBody>
      </p:sp>
    </p:spTree>
    <p:extLst>
      <p:ext uri="{BB962C8B-B14F-4D97-AF65-F5344CB8AC3E}">
        <p14:creationId xmlns:p14="http://schemas.microsoft.com/office/powerpoint/2010/main" val="2338616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8F09A-B6A7-426C-BC4E-E35EBDCFB1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7984490-3145-4F39-AEE7-32C89B04FC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1025DFD-11E2-4DE1-A7DE-3F143A8935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E26E48-7295-42A4-90B1-A172C4C877BD}"/>
              </a:ext>
            </a:extLst>
          </p:cNvPr>
          <p:cNvSpPr>
            <a:spLocks noGrp="1"/>
          </p:cNvSpPr>
          <p:nvPr>
            <p:ph type="dt" sz="half" idx="10"/>
          </p:nvPr>
        </p:nvSpPr>
        <p:spPr/>
        <p:txBody>
          <a:bodyPr/>
          <a:lstStyle/>
          <a:p>
            <a:fld id="{ECEFC56E-3953-4496-9518-9C30DC8147A6}" type="datetimeFigureOut">
              <a:rPr lang="en-GB" smtClean="0"/>
              <a:t>25/06/2019</a:t>
            </a:fld>
            <a:endParaRPr lang="en-GB"/>
          </a:p>
        </p:txBody>
      </p:sp>
      <p:sp>
        <p:nvSpPr>
          <p:cNvPr id="6" name="Footer Placeholder 5">
            <a:extLst>
              <a:ext uri="{FF2B5EF4-FFF2-40B4-BE49-F238E27FC236}">
                <a16:creationId xmlns:a16="http://schemas.microsoft.com/office/drawing/2014/main" id="{080708CB-BE4C-46F8-A129-593CCAE8AF3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E41628C-B305-4FB9-A6EF-44AC532BCDE7}"/>
              </a:ext>
            </a:extLst>
          </p:cNvPr>
          <p:cNvSpPr>
            <a:spLocks noGrp="1"/>
          </p:cNvSpPr>
          <p:nvPr>
            <p:ph type="sldNum" sz="quarter" idx="12"/>
          </p:nvPr>
        </p:nvSpPr>
        <p:spPr/>
        <p:txBody>
          <a:bodyPr/>
          <a:lstStyle/>
          <a:p>
            <a:fld id="{D65BA4AE-5130-43FE-9FAA-1337EB58460F}" type="slidenum">
              <a:rPr lang="en-GB" smtClean="0"/>
              <a:t>‹#›</a:t>
            </a:fld>
            <a:endParaRPr lang="en-GB"/>
          </a:p>
        </p:txBody>
      </p:sp>
    </p:spTree>
    <p:extLst>
      <p:ext uri="{BB962C8B-B14F-4D97-AF65-F5344CB8AC3E}">
        <p14:creationId xmlns:p14="http://schemas.microsoft.com/office/powerpoint/2010/main" val="1465633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B19C-34AC-4D1C-95EF-3CAF0909691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B87AC29-964D-4C87-AAC4-FE6A36882F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F3AB14-B405-4D32-B225-FDE4E257A65D}"/>
              </a:ext>
            </a:extLst>
          </p:cNvPr>
          <p:cNvSpPr>
            <a:spLocks noGrp="1"/>
          </p:cNvSpPr>
          <p:nvPr>
            <p:ph type="dt" sz="half" idx="10"/>
          </p:nvPr>
        </p:nvSpPr>
        <p:spPr/>
        <p:txBody>
          <a:bodyPr/>
          <a:lstStyle/>
          <a:p>
            <a:fld id="{ECEFC56E-3953-4496-9518-9C30DC8147A6}" type="datetimeFigureOut">
              <a:rPr lang="en-GB" smtClean="0"/>
              <a:t>25/06/2019</a:t>
            </a:fld>
            <a:endParaRPr lang="en-GB"/>
          </a:p>
        </p:txBody>
      </p:sp>
      <p:sp>
        <p:nvSpPr>
          <p:cNvPr id="5" name="Footer Placeholder 4">
            <a:extLst>
              <a:ext uri="{FF2B5EF4-FFF2-40B4-BE49-F238E27FC236}">
                <a16:creationId xmlns:a16="http://schemas.microsoft.com/office/drawing/2014/main" id="{2D31A694-71F9-4694-8319-DFF37E73AE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9B43E1E-5050-4D3E-9A41-38431C9205CE}"/>
              </a:ext>
            </a:extLst>
          </p:cNvPr>
          <p:cNvSpPr>
            <a:spLocks noGrp="1"/>
          </p:cNvSpPr>
          <p:nvPr>
            <p:ph type="sldNum" sz="quarter" idx="12"/>
          </p:nvPr>
        </p:nvSpPr>
        <p:spPr/>
        <p:txBody>
          <a:bodyPr/>
          <a:lstStyle/>
          <a:p>
            <a:fld id="{D65BA4AE-5130-43FE-9FAA-1337EB58460F}" type="slidenum">
              <a:rPr lang="en-GB" smtClean="0"/>
              <a:t>‹#›</a:t>
            </a:fld>
            <a:endParaRPr lang="en-GB"/>
          </a:p>
        </p:txBody>
      </p:sp>
    </p:spTree>
    <p:extLst>
      <p:ext uri="{BB962C8B-B14F-4D97-AF65-F5344CB8AC3E}">
        <p14:creationId xmlns:p14="http://schemas.microsoft.com/office/powerpoint/2010/main" val="914347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AD4BF5-B735-4F93-A051-0098DA57EF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933EA0E-CCEA-4917-9F01-A4AE7CB570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1B509B9-C1A9-4F35-A515-E097B91195B9}"/>
              </a:ext>
            </a:extLst>
          </p:cNvPr>
          <p:cNvSpPr>
            <a:spLocks noGrp="1"/>
          </p:cNvSpPr>
          <p:nvPr>
            <p:ph type="dt" sz="half" idx="10"/>
          </p:nvPr>
        </p:nvSpPr>
        <p:spPr/>
        <p:txBody>
          <a:bodyPr/>
          <a:lstStyle/>
          <a:p>
            <a:fld id="{ECEFC56E-3953-4496-9518-9C30DC8147A6}" type="datetimeFigureOut">
              <a:rPr lang="en-GB" smtClean="0"/>
              <a:t>25/06/2019</a:t>
            </a:fld>
            <a:endParaRPr lang="en-GB"/>
          </a:p>
        </p:txBody>
      </p:sp>
      <p:sp>
        <p:nvSpPr>
          <p:cNvPr id="5" name="Footer Placeholder 4">
            <a:extLst>
              <a:ext uri="{FF2B5EF4-FFF2-40B4-BE49-F238E27FC236}">
                <a16:creationId xmlns:a16="http://schemas.microsoft.com/office/drawing/2014/main" id="{3960C253-4D54-41FF-ABA5-4F77A34CDAD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CCB4D8-22A2-45E9-9964-240EA338CC74}"/>
              </a:ext>
            </a:extLst>
          </p:cNvPr>
          <p:cNvSpPr>
            <a:spLocks noGrp="1"/>
          </p:cNvSpPr>
          <p:nvPr>
            <p:ph type="sldNum" sz="quarter" idx="12"/>
          </p:nvPr>
        </p:nvSpPr>
        <p:spPr/>
        <p:txBody>
          <a:bodyPr/>
          <a:lstStyle/>
          <a:p>
            <a:fld id="{D65BA4AE-5130-43FE-9FAA-1337EB58460F}" type="slidenum">
              <a:rPr lang="en-GB" smtClean="0"/>
              <a:t>‹#›</a:t>
            </a:fld>
            <a:endParaRPr lang="en-GB"/>
          </a:p>
        </p:txBody>
      </p:sp>
    </p:spTree>
    <p:extLst>
      <p:ext uri="{BB962C8B-B14F-4D97-AF65-F5344CB8AC3E}">
        <p14:creationId xmlns:p14="http://schemas.microsoft.com/office/powerpoint/2010/main" val="3573343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E61E-3F26-4FE3-879F-DC5A96623F6F}"/>
              </a:ext>
            </a:extLst>
          </p:cNvPr>
          <p:cNvSpPr>
            <a:spLocks noGrp="1"/>
          </p:cNvSpPr>
          <p:nvPr>
            <p:ph type="title"/>
          </p:nvPr>
        </p:nvSpPr>
        <p:spPr>
          <a:xfrm>
            <a:off x="437304" y="354368"/>
            <a:ext cx="10515600" cy="1325563"/>
          </a:xfrm>
        </p:spPr>
        <p:txBody>
          <a:bodyPr/>
          <a:lstStyle>
            <a:lvl1pPr>
              <a:defRPr>
                <a:solidFill>
                  <a:srgbClr val="491A66"/>
                </a:solidFill>
              </a:defRPr>
            </a:lvl1pPr>
          </a:lstStyle>
          <a:p>
            <a:r>
              <a:rPr lang="en-US"/>
              <a:t>Click to edit Master title style</a:t>
            </a:r>
            <a:endParaRPr lang="en-GB" dirty="0"/>
          </a:p>
        </p:txBody>
      </p:sp>
      <p:sp>
        <p:nvSpPr>
          <p:cNvPr id="12" name="Content Placeholder 5">
            <a:extLst>
              <a:ext uri="{FF2B5EF4-FFF2-40B4-BE49-F238E27FC236}">
                <a16:creationId xmlns:a16="http://schemas.microsoft.com/office/drawing/2014/main" id="{30731C49-F76A-4D7B-8FC0-9C92058A7A70}"/>
              </a:ext>
            </a:extLst>
          </p:cNvPr>
          <p:cNvSpPr>
            <a:spLocks noGrp="1"/>
          </p:cNvSpPr>
          <p:nvPr>
            <p:ph sz="quarter" idx="10" hasCustomPrompt="1"/>
          </p:nvPr>
        </p:nvSpPr>
        <p:spPr>
          <a:xfrm>
            <a:off x="429300" y="1968014"/>
            <a:ext cx="10515600" cy="4013238"/>
          </a:xfrm>
        </p:spPr>
        <p:txBody>
          <a:bodyPr/>
          <a:lstStyle>
            <a:lvl1pPr marL="228600" indent="-228600">
              <a:buFontTx/>
              <a:buBlip>
                <a:blip r:embed="rId2"/>
              </a:buBlip>
              <a:defRPr/>
            </a:lvl1pPr>
            <a:lvl2pPr marL="800100" indent="-342900">
              <a:buFontTx/>
              <a:buBlip>
                <a:blip r:embed="rId2"/>
              </a:buBlip>
              <a:defRPr/>
            </a:lvl2pPr>
            <a:lvl3pPr marL="1257300" indent="-342900">
              <a:buFontTx/>
              <a:buBlip>
                <a:blip r:embed="rId2"/>
              </a:buBlip>
              <a:defRPr/>
            </a:lvl3pPr>
            <a:lvl4pPr marL="1657350" indent="-285750">
              <a:buFontTx/>
              <a:buBlip>
                <a:blip r:embed="rId2"/>
              </a:buBlip>
              <a:defRPr/>
            </a:lvl4pPr>
            <a:lvl5pPr marL="2114550" indent="-285750">
              <a:buFontTx/>
              <a:buBlip>
                <a:blip r:embed="rId2"/>
              </a:buBlip>
              <a:defRPr/>
            </a:lvl5pPr>
          </a:lstStyle>
          <a:p>
            <a:pPr lvl="0"/>
            <a:r>
              <a:rPr lang="en-US" dirty="0"/>
              <a:t>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53623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C71C6D-24E1-423C-9A1E-94FFF0E0DB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B679F97-1431-47CD-9165-4306E0C080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0E3CCD8-4CB9-4F24-A7D4-86D7DBE3DA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EFC56E-3953-4496-9518-9C30DC8147A6}" type="datetimeFigureOut">
              <a:rPr lang="en-GB" smtClean="0"/>
              <a:t>25/06/2019</a:t>
            </a:fld>
            <a:endParaRPr lang="en-GB"/>
          </a:p>
        </p:txBody>
      </p:sp>
      <p:sp>
        <p:nvSpPr>
          <p:cNvPr id="5" name="Footer Placeholder 4">
            <a:extLst>
              <a:ext uri="{FF2B5EF4-FFF2-40B4-BE49-F238E27FC236}">
                <a16:creationId xmlns:a16="http://schemas.microsoft.com/office/drawing/2014/main" id="{81C8B0FA-8BEA-41F0-A77B-DE62A2EEF3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6F3427C-A9B9-4A7A-AD73-655AAAA49A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5BA4AE-5130-43FE-9FAA-1337EB58460F}" type="slidenum">
              <a:rPr lang="en-GB" smtClean="0"/>
              <a:t>‹#›</a:t>
            </a:fld>
            <a:endParaRPr lang="en-GB"/>
          </a:p>
        </p:txBody>
      </p:sp>
    </p:spTree>
    <p:extLst>
      <p:ext uri="{BB962C8B-B14F-4D97-AF65-F5344CB8AC3E}">
        <p14:creationId xmlns:p14="http://schemas.microsoft.com/office/powerpoint/2010/main" val="632974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hyperlink" Target="http://torgronsund.com/2011/11/29/7-proven-templates-for-creating-value-propositions-that-work/"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12.jpg"/><Relationship Id="rId7"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5.jpg"/><Relationship Id="rId5" Type="http://schemas.openxmlformats.org/officeDocument/2006/relationships/image" Target="../media/image14.jpg"/><Relationship Id="rId10" Type="http://schemas.openxmlformats.org/officeDocument/2006/relationships/image" Target="../media/image19.jpeg"/><Relationship Id="rId4" Type="http://schemas.openxmlformats.org/officeDocument/2006/relationships/image" Target="../media/image13.pn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434194B-EB56-4062-98C6-CB72F287E3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0022124"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B3746DB1-35A8-422F-9955-4F8E75DBB07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78F0B49D-5111-4A7E-9BA8-6E6F56797A7B}"/>
              </a:ext>
            </a:extLst>
          </p:cNvPr>
          <p:cNvSpPr>
            <a:spLocks noGrp="1"/>
          </p:cNvSpPr>
          <p:nvPr>
            <p:ph type="subTitle" idx="1"/>
          </p:nvPr>
        </p:nvSpPr>
        <p:spPr>
          <a:xfrm>
            <a:off x="5445676" y="3753492"/>
            <a:ext cx="5946202" cy="838831"/>
          </a:xfrm>
        </p:spPr>
        <p:txBody>
          <a:bodyPr anchor="b">
            <a:normAutofit/>
          </a:bodyPr>
          <a:lstStyle/>
          <a:p>
            <a:pPr algn="r"/>
            <a:r>
              <a:rPr lang="en-GB" sz="1800">
                <a:solidFill>
                  <a:srgbClr val="000000"/>
                </a:solidFill>
              </a:rPr>
              <a:t>Josh Meek</a:t>
            </a:r>
          </a:p>
        </p:txBody>
      </p:sp>
      <p:sp>
        <p:nvSpPr>
          <p:cNvPr id="2" name="Title 1">
            <a:extLst>
              <a:ext uri="{FF2B5EF4-FFF2-40B4-BE49-F238E27FC236}">
                <a16:creationId xmlns:a16="http://schemas.microsoft.com/office/drawing/2014/main" id="{8E03E05B-2F35-479F-8B40-8268E1E6ECF7}"/>
              </a:ext>
            </a:extLst>
          </p:cNvPr>
          <p:cNvSpPr>
            <a:spLocks noGrp="1"/>
          </p:cNvSpPr>
          <p:nvPr>
            <p:ph type="ctrTitle"/>
          </p:nvPr>
        </p:nvSpPr>
        <p:spPr>
          <a:xfrm>
            <a:off x="5445299" y="4592325"/>
            <a:ext cx="5946579" cy="1514185"/>
          </a:xfrm>
        </p:spPr>
        <p:txBody>
          <a:bodyPr anchor="t">
            <a:normAutofit/>
          </a:bodyPr>
          <a:lstStyle/>
          <a:p>
            <a:pPr algn="r"/>
            <a:r>
              <a:rPr lang="en-GB" sz="4000" dirty="0">
                <a:solidFill>
                  <a:srgbClr val="000000"/>
                </a:solidFill>
              </a:rPr>
              <a:t>Peckham Pantry Social Impact Workshop</a:t>
            </a:r>
          </a:p>
        </p:txBody>
      </p:sp>
      <p:sp>
        <p:nvSpPr>
          <p:cNvPr id="31" name="Freeform 57">
            <a:extLst>
              <a:ext uri="{FF2B5EF4-FFF2-40B4-BE49-F238E27FC236}">
                <a16:creationId xmlns:a16="http://schemas.microsoft.com/office/drawing/2014/main" id="{B817D9AD-5E85-4E85-AC3E-43E24FA91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580219"/>
            <a:ext cx="4383459" cy="5287256"/>
          </a:xfrm>
          <a:custGeom>
            <a:avLst/>
            <a:gdLst>
              <a:gd name="connsiteX0" fmla="*/ 1504462 w 4383459"/>
              <a:gd name="connsiteY0" fmla="*/ 0 h 5287256"/>
              <a:gd name="connsiteX1" fmla="*/ 4383459 w 4383459"/>
              <a:gd name="connsiteY1" fmla="*/ 2878997 h 5287256"/>
              <a:gd name="connsiteX2" fmla="*/ 3114137 w 4383459"/>
              <a:gd name="connsiteY2" fmla="*/ 5266307 h 5287256"/>
              <a:gd name="connsiteX3" fmla="*/ 3079653 w 4383459"/>
              <a:gd name="connsiteY3" fmla="*/ 5287256 h 5287256"/>
              <a:gd name="connsiteX4" fmla="*/ 0 w 4383459"/>
              <a:gd name="connsiteY4" fmla="*/ 5287256 h 5287256"/>
              <a:gd name="connsiteX5" fmla="*/ 0 w 4383459"/>
              <a:gd name="connsiteY5" fmla="*/ 427769 h 5287256"/>
              <a:gd name="connsiteX6" fmla="*/ 132161 w 4383459"/>
              <a:gd name="connsiteY6" fmla="*/ 347480 h 5287256"/>
              <a:gd name="connsiteX7" fmla="*/ 1504462 w 4383459"/>
              <a:gd name="connsiteY7" fmla="*/ 0 h 5287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83459" h="5287256">
                <a:moveTo>
                  <a:pt x="1504462" y="0"/>
                </a:moveTo>
                <a:cubicBezTo>
                  <a:pt x="3094488" y="0"/>
                  <a:pt x="4383459" y="1288971"/>
                  <a:pt x="4383459" y="2878997"/>
                </a:cubicBezTo>
                <a:cubicBezTo>
                  <a:pt x="4383459" y="3872763"/>
                  <a:pt x="3879955" y="4748930"/>
                  <a:pt x="3114137" y="5266307"/>
                </a:cubicBezTo>
                <a:lnTo>
                  <a:pt x="3079653" y="5287256"/>
                </a:lnTo>
                <a:lnTo>
                  <a:pt x="0" y="5287256"/>
                </a:lnTo>
                <a:lnTo>
                  <a:pt x="0" y="427769"/>
                </a:lnTo>
                <a:lnTo>
                  <a:pt x="132161" y="347480"/>
                </a:lnTo>
                <a:cubicBezTo>
                  <a:pt x="540096" y="125876"/>
                  <a:pt x="1007579" y="0"/>
                  <a:pt x="1504462"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F53AD2C0-447E-4A84-94C7-12D1A8CE03BA}"/>
              </a:ext>
            </a:extLst>
          </p:cNvPr>
          <p:cNvPicPr>
            <a:picLocks noChangeAspect="1"/>
          </p:cNvPicPr>
          <p:nvPr/>
        </p:nvPicPr>
        <p:blipFill>
          <a:blip r:embed="rId3"/>
          <a:stretch>
            <a:fillRect/>
          </a:stretch>
        </p:blipFill>
        <p:spPr>
          <a:xfrm>
            <a:off x="323181" y="3178456"/>
            <a:ext cx="3163437" cy="2484587"/>
          </a:xfrm>
          <a:prstGeom prst="roundRect">
            <a:avLst>
              <a:gd name="adj" fmla="val 8594"/>
            </a:avLst>
          </a:prstGeom>
          <a:solidFill>
            <a:srgbClr val="FFFFFF">
              <a:shade val="85000"/>
            </a:srgbClr>
          </a:solidFill>
          <a:ln>
            <a:noFill/>
          </a:ln>
          <a:effectLst/>
        </p:spPr>
      </p:pic>
      <p:sp>
        <p:nvSpPr>
          <p:cNvPr id="33" name="Freeform: Shape 32">
            <a:extLst>
              <a:ext uri="{FF2B5EF4-FFF2-40B4-BE49-F238E27FC236}">
                <a16:creationId xmlns:a16="http://schemas.microsoft.com/office/drawing/2014/main" id="{F0810290-E788-4DE3-B716-DBE58CC6A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2946" y="0"/>
            <a:ext cx="4185112" cy="3170097"/>
          </a:xfrm>
          <a:custGeom>
            <a:avLst/>
            <a:gdLst>
              <a:gd name="connsiteX0" fmla="*/ 301225 w 4185112"/>
              <a:gd name="connsiteY0" fmla="*/ 0 h 3170097"/>
              <a:gd name="connsiteX1" fmla="*/ 3883887 w 4185112"/>
              <a:gd name="connsiteY1" fmla="*/ 0 h 3170097"/>
              <a:gd name="connsiteX2" fmla="*/ 3932552 w 4185112"/>
              <a:gd name="connsiteY2" fmla="*/ 80105 h 3170097"/>
              <a:gd name="connsiteX3" fmla="*/ 4185112 w 4185112"/>
              <a:gd name="connsiteY3" fmla="*/ 1077541 h 3170097"/>
              <a:gd name="connsiteX4" fmla="*/ 2092556 w 4185112"/>
              <a:gd name="connsiteY4" fmla="*/ 3170097 h 3170097"/>
              <a:gd name="connsiteX5" fmla="*/ 0 w 4185112"/>
              <a:gd name="connsiteY5" fmla="*/ 1077541 h 3170097"/>
              <a:gd name="connsiteX6" fmla="*/ 252561 w 4185112"/>
              <a:gd name="connsiteY6" fmla="*/ 80105 h 3170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5112" h="3170097">
                <a:moveTo>
                  <a:pt x="301225" y="0"/>
                </a:moveTo>
                <a:lnTo>
                  <a:pt x="3883887" y="0"/>
                </a:lnTo>
                <a:lnTo>
                  <a:pt x="3932552" y="80105"/>
                </a:lnTo>
                <a:cubicBezTo>
                  <a:pt x="4093621" y="376606"/>
                  <a:pt x="4185112" y="716389"/>
                  <a:pt x="4185112" y="1077541"/>
                </a:cubicBezTo>
                <a:cubicBezTo>
                  <a:pt x="4185112" y="2233228"/>
                  <a:pt x="3248243" y="3170097"/>
                  <a:pt x="2092556" y="3170097"/>
                </a:cubicBezTo>
                <a:cubicBezTo>
                  <a:pt x="936869" y="3170097"/>
                  <a:pt x="0" y="2233228"/>
                  <a:pt x="0" y="1077541"/>
                </a:cubicBezTo>
                <a:cubicBezTo>
                  <a:pt x="0" y="716389"/>
                  <a:pt x="91491" y="376606"/>
                  <a:pt x="252561" y="80105"/>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A53DBE11-9125-4BA6-B2AB-2337BC6F1052}"/>
              </a:ext>
            </a:extLst>
          </p:cNvPr>
          <p:cNvPicPr>
            <a:picLocks noChangeAspect="1"/>
          </p:cNvPicPr>
          <p:nvPr/>
        </p:nvPicPr>
        <p:blipFill>
          <a:blip r:embed="rId4"/>
          <a:stretch>
            <a:fillRect/>
          </a:stretch>
        </p:blipFill>
        <p:spPr>
          <a:xfrm>
            <a:off x="5418595" y="342799"/>
            <a:ext cx="2754249" cy="1838461"/>
          </a:xfrm>
          <a:prstGeom prst="rect">
            <a:avLst/>
          </a:prstGeom>
        </p:spPr>
      </p:pic>
    </p:spTree>
    <p:extLst>
      <p:ext uri="{BB962C8B-B14F-4D97-AF65-F5344CB8AC3E}">
        <p14:creationId xmlns:p14="http://schemas.microsoft.com/office/powerpoint/2010/main" val="1600349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3753-A6DE-49D3-877F-5BCA03856B24}"/>
              </a:ext>
            </a:extLst>
          </p:cNvPr>
          <p:cNvSpPr>
            <a:spLocks noGrp="1"/>
          </p:cNvSpPr>
          <p:nvPr>
            <p:ph type="title"/>
          </p:nvPr>
        </p:nvSpPr>
        <p:spPr>
          <a:xfrm>
            <a:off x="204183" y="190439"/>
            <a:ext cx="10515600" cy="411623"/>
          </a:xfrm>
        </p:spPr>
        <p:txBody>
          <a:bodyPr>
            <a:normAutofit fontScale="90000"/>
          </a:bodyPr>
          <a:lstStyle/>
          <a:p>
            <a:r>
              <a:rPr lang="en-GB" dirty="0"/>
              <a:t>Agenda: 2</a:t>
            </a:r>
            <a:r>
              <a:rPr lang="en-GB" baseline="30000" dirty="0"/>
              <a:t>nd</a:t>
            </a:r>
            <a:r>
              <a:rPr lang="en-GB" dirty="0"/>
              <a:t> July                           </a:t>
            </a:r>
            <a:r>
              <a:rPr lang="en-GB" u="sng" dirty="0"/>
              <a:t> </a:t>
            </a:r>
          </a:p>
        </p:txBody>
      </p:sp>
      <p:graphicFrame>
        <p:nvGraphicFramePr>
          <p:cNvPr id="4" name="Table 3">
            <a:extLst>
              <a:ext uri="{FF2B5EF4-FFF2-40B4-BE49-F238E27FC236}">
                <a16:creationId xmlns:a16="http://schemas.microsoft.com/office/drawing/2014/main" id="{C524D99C-5253-4E6B-99B1-03A1F70038B4}"/>
              </a:ext>
            </a:extLst>
          </p:cNvPr>
          <p:cNvGraphicFramePr>
            <a:graphicFrameLocks noGrp="1"/>
          </p:cNvGraphicFramePr>
          <p:nvPr>
            <p:extLst>
              <p:ext uri="{D42A27DB-BD31-4B8C-83A1-F6EECF244321}">
                <p14:modId xmlns:p14="http://schemas.microsoft.com/office/powerpoint/2010/main" val="552634807"/>
              </p:ext>
            </p:extLst>
          </p:nvPr>
        </p:nvGraphicFramePr>
        <p:xfrm>
          <a:off x="383458" y="698090"/>
          <a:ext cx="11425084" cy="5031354"/>
        </p:xfrm>
        <a:graphic>
          <a:graphicData uri="http://schemas.openxmlformats.org/drawingml/2006/table">
            <a:tbl>
              <a:tblPr firstRow="1" bandRow="1">
                <a:tableStyleId>{5C22544A-7EE6-4342-B048-85BDC9FD1C3A}</a:tableStyleId>
              </a:tblPr>
              <a:tblGrid>
                <a:gridCol w="2834968">
                  <a:extLst>
                    <a:ext uri="{9D8B030D-6E8A-4147-A177-3AD203B41FA5}">
                      <a16:colId xmlns:a16="http://schemas.microsoft.com/office/drawing/2014/main" val="4257141039"/>
                    </a:ext>
                  </a:extLst>
                </a:gridCol>
                <a:gridCol w="1366684">
                  <a:extLst>
                    <a:ext uri="{9D8B030D-6E8A-4147-A177-3AD203B41FA5}">
                      <a16:colId xmlns:a16="http://schemas.microsoft.com/office/drawing/2014/main" val="2544759250"/>
                    </a:ext>
                  </a:extLst>
                </a:gridCol>
                <a:gridCol w="7223432">
                  <a:extLst>
                    <a:ext uri="{9D8B030D-6E8A-4147-A177-3AD203B41FA5}">
                      <a16:colId xmlns:a16="http://schemas.microsoft.com/office/drawing/2014/main" val="2159455119"/>
                    </a:ext>
                  </a:extLst>
                </a:gridCol>
              </a:tblGrid>
              <a:tr h="314632">
                <a:tc>
                  <a:txBody>
                    <a:bodyPr/>
                    <a:lstStyle/>
                    <a:p>
                      <a:r>
                        <a:rPr lang="en-GB" sz="1600" dirty="0"/>
                        <a:t>Agenda Item</a:t>
                      </a:r>
                    </a:p>
                  </a:txBody>
                  <a:tcPr/>
                </a:tc>
                <a:tc>
                  <a:txBody>
                    <a:bodyPr/>
                    <a:lstStyle/>
                    <a:p>
                      <a:r>
                        <a:rPr lang="en-GB" sz="1600"/>
                        <a:t>Time </a:t>
                      </a:r>
                      <a:endParaRPr lang="en-GB" sz="1600" dirty="0"/>
                    </a:p>
                  </a:txBody>
                  <a:tcPr/>
                </a:tc>
                <a:tc>
                  <a:txBody>
                    <a:bodyPr/>
                    <a:lstStyle/>
                    <a:p>
                      <a:r>
                        <a:rPr lang="en-GB" sz="1600"/>
                        <a:t>Notes</a:t>
                      </a:r>
                      <a:endParaRPr lang="en-GB" sz="1600" dirty="0"/>
                    </a:p>
                  </a:txBody>
                  <a:tcPr/>
                </a:tc>
                <a:extLst>
                  <a:ext uri="{0D108BD9-81ED-4DB2-BD59-A6C34878D82A}">
                    <a16:rowId xmlns:a16="http://schemas.microsoft.com/office/drawing/2014/main" val="3037345887"/>
                  </a:ext>
                </a:extLst>
              </a:tr>
              <a:tr h="512682">
                <a:tc>
                  <a:txBody>
                    <a:bodyPr/>
                    <a:lstStyle/>
                    <a:p>
                      <a:r>
                        <a:rPr lang="en-GB" sz="1600" dirty="0"/>
                        <a:t>Review of existing Pecan impact management practices </a:t>
                      </a:r>
                    </a:p>
                  </a:txBody>
                  <a:tcPr/>
                </a:tc>
                <a:tc>
                  <a:txBody>
                    <a:bodyPr/>
                    <a:lstStyle/>
                    <a:p>
                      <a:r>
                        <a:rPr lang="en-GB" sz="1600"/>
                        <a:t>12:30 – 13:00</a:t>
                      </a:r>
                      <a:endParaRPr lang="en-GB" sz="1600" dirty="0"/>
                    </a:p>
                  </a:txBody>
                  <a:tcPr/>
                </a:tc>
                <a:tc>
                  <a:txBody>
                    <a:bodyPr/>
                    <a:lstStyle/>
                    <a:p>
                      <a:r>
                        <a:rPr lang="en-GB" sz="1600"/>
                        <a:t>Josh and Chris to review existing impact management work (e.g. excel database) to understand Peckham Pantry integration. </a:t>
                      </a:r>
                      <a:endParaRPr lang="en-GB" sz="1600" dirty="0"/>
                    </a:p>
                  </a:txBody>
                  <a:tcPr/>
                </a:tc>
                <a:extLst>
                  <a:ext uri="{0D108BD9-81ED-4DB2-BD59-A6C34878D82A}">
                    <a16:rowId xmlns:a16="http://schemas.microsoft.com/office/drawing/2014/main" val="3382259134"/>
                  </a:ext>
                </a:extLst>
              </a:tr>
              <a:tr h="5126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Introductions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a:t>13:00 – 13:15 </a:t>
                      </a:r>
                      <a:endParaRPr lang="en-GB"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Introductions to Peckham Pantry (PP) group and Venn Market team and introduction of the session. For all people joining the social impact session. </a:t>
                      </a:r>
                    </a:p>
                  </a:txBody>
                  <a:tcPr/>
                </a:tc>
                <a:extLst>
                  <a:ext uri="{0D108BD9-81ED-4DB2-BD59-A6C34878D82A}">
                    <a16:rowId xmlns:a16="http://schemas.microsoft.com/office/drawing/2014/main" val="214768274"/>
                  </a:ext>
                </a:extLst>
              </a:tr>
              <a:tr h="249178">
                <a:tc>
                  <a:txBody>
                    <a:bodyPr/>
                    <a:lstStyle/>
                    <a:p>
                      <a:r>
                        <a:rPr lang="en-GB" sz="1600" dirty="0"/>
                        <a:t>Stakeholder Analysis</a:t>
                      </a:r>
                    </a:p>
                  </a:txBody>
                  <a:tcPr/>
                </a:tc>
                <a:tc>
                  <a:txBody>
                    <a:bodyPr/>
                    <a:lstStyle/>
                    <a:p>
                      <a:r>
                        <a:rPr lang="en-GB" sz="1600"/>
                        <a:t>13:15 – 13:45 </a:t>
                      </a:r>
                      <a:endParaRPr lang="en-GB" sz="1600" dirty="0"/>
                    </a:p>
                  </a:txBody>
                  <a:tcPr/>
                </a:tc>
                <a:tc>
                  <a:txBody>
                    <a:bodyPr/>
                    <a:lstStyle/>
                    <a:p>
                      <a:r>
                        <a:rPr lang="en-GB" sz="1600"/>
                        <a:t>Identify the key stakeholders PP wants to share impact reporting with and why. </a:t>
                      </a:r>
                      <a:endParaRPr lang="en-GB" sz="1600" dirty="0"/>
                    </a:p>
                  </a:txBody>
                  <a:tcPr/>
                </a:tc>
                <a:extLst>
                  <a:ext uri="{0D108BD9-81ED-4DB2-BD59-A6C34878D82A}">
                    <a16:rowId xmlns:a16="http://schemas.microsoft.com/office/drawing/2014/main" val="1524216583"/>
                  </a:ext>
                </a:extLst>
              </a:tr>
              <a:tr h="358550">
                <a:tc>
                  <a:txBody>
                    <a:bodyPr/>
                    <a:lstStyle/>
                    <a:p>
                      <a:r>
                        <a:rPr lang="en-GB" sz="1600" dirty="0"/>
                        <a:t>Problem Definition </a:t>
                      </a:r>
                    </a:p>
                  </a:txBody>
                  <a:tcPr/>
                </a:tc>
                <a:tc>
                  <a:txBody>
                    <a:bodyPr/>
                    <a:lstStyle/>
                    <a:p>
                      <a:r>
                        <a:rPr lang="en-GB" sz="1600"/>
                        <a:t>13:45 – 14:30 </a:t>
                      </a:r>
                      <a:endParaRPr lang="en-GB" sz="1600" dirty="0"/>
                    </a:p>
                  </a:txBody>
                  <a:tcPr/>
                </a:tc>
                <a:tc>
                  <a:txBody>
                    <a:bodyPr/>
                    <a:lstStyle/>
                    <a:p>
                      <a:r>
                        <a:rPr lang="en-GB" sz="1600"/>
                        <a:t>Developing clear problem definition using tools and group activity for PP. </a:t>
                      </a:r>
                      <a:endParaRPr lang="en-GB" sz="1600" dirty="0"/>
                    </a:p>
                  </a:txBody>
                  <a:tcPr/>
                </a:tc>
                <a:extLst>
                  <a:ext uri="{0D108BD9-81ED-4DB2-BD59-A6C34878D82A}">
                    <a16:rowId xmlns:a16="http://schemas.microsoft.com/office/drawing/2014/main" val="478661466"/>
                  </a:ext>
                </a:extLst>
              </a:tr>
              <a:tr h="512682">
                <a:tc>
                  <a:txBody>
                    <a:bodyPr/>
                    <a:lstStyle/>
                    <a:p>
                      <a:r>
                        <a:rPr lang="en-GB" sz="1600" dirty="0"/>
                        <a:t>Social Value Proposition </a:t>
                      </a:r>
                    </a:p>
                  </a:txBody>
                  <a:tcPr/>
                </a:tc>
                <a:tc>
                  <a:txBody>
                    <a:bodyPr/>
                    <a:lstStyle/>
                    <a:p>
                      <a:r>
                        <a:rPr lang="en-GB" sz="1600" dirty="0"/>
                        <a:t>14:30 – 14:15</a:t>
                      </a:r>
                    </a:p>
                  </a:txBody>
                  <a:tcPr/>
                </a:tc>
                <a:tc>
                  <a:txBody>
                    <a:bodyPr/>
                    <a:lstStyle/>
                    <a:p>
                      <a:r>
                        <a:rPr lang="en-GB" sz="1600" dirty="0"/>
                        <a:t>Defining the overall impact/social value proposition (SVP) that PP’s work has and ensuring it matches the problem definition </a:t>
                      </a:r>
                    </a:p>
                  </a:txBody>
                  <a:tcPr/>
                </a:tc>
                <a:extLst>
                  <a:ext uri="{0D108BD9-81ED-4DB2-BD59-A6C34878D82A}">
                    <a16:rowId xmlns:a16="http://schemas.microsoft.com/office/drawing/2014/main" val="3816930234"/>
                  </a:ext>
                </a:extLst>
              </a:tr>
              <a:tr h="166821">
                <a:tc gridSpan="3">
                  <a:txBody>
                    <a:bodyPr/>
                    <a:lstStyle/>
                    <a:p>
                      <a:r>
                        <a:rPr lang="en-GB" sz="1200" b="1" dirty="0">
                          <a:solidFill>
                            <a:schemeClr val="bg1"/>
                          </a:solidFill>
                        </a:rPr>
                        <a:t>**15 minute coffee break**</a:t>
                      </a:r>
                    </a:p>
                  </a:txBody>
                  <a:tcPr>
                    <a:solidFill>
                      <a:schemeClr val="bg1">
                        <a:lumMod val="65000"/>
                      </a:schemeClr>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4328064"/>
                  </a:ext>
                </a:extLst>
              </a:tr>
              <a:tr h="512682">
                <a:tc>
                  <a:txBody>
                    <a:bodyPr/>
                    <a:lstStyle/>
                    <a:p>
                      <a:r>
                        <a:rPr lang="en-GB" sz="1600" dirty="0"/>
                        <a:t>Theory of change development </a:t>
                      </a:r>
                    </a:p>
                  </a:txBody>
                  <a:tcPr/>
                </a:tc>
                <a:tc>
                  <a:txBody>
                    <a:bodyPr/>
                    <a:lstStyle/>
                    <a:p>
                      <a:r>
                        <a:rPr lang="en-GB" sz="1600" dirty="0"/>
                        <a:t>14:30 – 15:30</a:t>
                      </a:r>
                    </a:p>
                  </a:txBody>
                  <a:tcPr/>
                </a:tc>
                <a:tc>
                  <a:txBody>
                    <a:bodyPr/>
                    <a:lstStyle/>
                    <a:p>
                      <a:r>
                        <a:rPr lang="en-GB" sz="1600" dirty="0"/>
                        <a:t>Setting out the </a:t>
                      </a:r>
                      <a:r>
                        <a:rPr lang="en-GB" sz="1600" dirty="0" err="1"/>
                        <a:t>ToC</a:t>
                      </a:r>
                      <a:r>
                        <a:rPr lang="en-GB" sz="1600" dirty="0"/>
                        <a:t> with clear assumptions, enablers and barriers and causal pathways.</a:t>
                      </a:r>
                    </a:p>
                  </a:txBody>
                  <a:tcPr/>
                </a:tc>
                <a:extLst>
                  <a:ext uri="{0D108BD9-81ED-4DB2-BD59-A6C34878D82A}">
                    <a16:rowId xmlns:a16="http://schemas.microsoft.com/office/drawing/2014/main" val="1698621124"/>
                  </a:ext>
                </a:extLst>
              </a:tr>
              <a:tr h="386080">
                <a:tc>
                  <a:txBody>
                    <a:bodyPr/>
                    <a:lstStyle/>
                    <a:p>
                      <a:r>
                        <a:rPr lang="en-GB" sz="1600" dirty="0"/>
                        <a:t>KPI development </a:t>
                      </a:r>
                    </a:p>
                  </a:txBody>
                  <a:tcPr/>
                </a:tc>
                <a:tc>
                  <a:txBody>
                    <a:bodyPr/>
                    <a:lstStyle/>
                    <a:p>
                      <a:r>
                        <a:rPr lang="en-GB" sz="1600" dirty="0"/>
                        <a:t>15:30 – 16:00</a:t>
                      </a:r>
                    </a:p>
                  </a:txBody>
                  <a:tcPr/>
                </a:tc>
                <a:tc>
                  <a:txBody>
                    <a:bodyPr/>
                    <a:lstStyle/>
                    <a:p>
                      <a:r>
                        <a:rPr lang="en-GB" sz="1600" dirty="0"/>
                        <a:t>Selecting KPIs to evidence </a:t>
                      </a:r>
                      <a:r>
                        <a:rPr lang="en-GB" sz="1600" dirty="0" err="1"/>
                        <a:t>ToC</a:t>
                      </a:r>
                      <a:r>
                        <a:rPr lang="en-GB" sz="1600" dirty="0"/>
                        <a:t> and checking against key stakeholders </a:t>
                      </a:r>
                    </a:p>
                  </a:txBody>
                  <a:tcPr/>
                </a:tc>
                <a:extLst>
                  <a:ext uri="{0D108BD9-81ED-4DB2-BD59-A6C34878D82A}">
                    <a16:rowId xmlns:a16="http://schemas.microsoft.com/office/drawing/2014/main" val="891048244"/>
                  </a:ext>
                </a:extLst>
              </a:tr>
              <a:tr h="512682">
                <a:tc>
                  <a:txBody>
                    <a:bodyPr/>
                    <a:lstStyle/>
                    <a:p>
                      <a:r>
                        <a:rPr lang="en-GB" sz="1600" dirty="0"/>
                        <a:t>Data collection planning </a:t>
                      </a:r>
                    </a:p>
                  </a:txBody>
                  <a:tcPr/>
                </a:tc>
                <a:tc>
                  <a:txBody>
                    <a:bodyPr/>
                    <a:lstStyle/>
                    <a:p>
                      <a:r>
                        <a:rPr lang="en-GB" sz="1600" dirty="0"/>
                        <a:t>16:00 – 16:30 </a:t>
                      </a:r>
                    </a:p>
                  </a:txBody>
                  <a:tcPr/>
                </a:tc>
                <a:tc>
                  <a:txBody>
                    <a:bodyPr/>
                    <a:lstStyle/>
                    <a:p>
                      <a:r>
                        <a:rPr lang="en-GB" sz="1600" dirty="0"/>
                        <a:t>Designing data collection tools and identifying resourcing requirements </a:t>
                      </a:r>
                    </a:p>
                  </a:txBody>
                  <a:tcPr/>
                </a:tc>
                <a:extLst>
                  <a:ext uri="{0D108BD9-81ED-4DB2-BD59-A6C34878D82A}">
                    <a16:rowId xmlns:a16="http://schemas.microsoft.com/office/drawing/2014/main" val="1809313285"/>
                  </a:ext>
                </a:extLst>
              </a:tr>
              <a:tr h="512682">
                <a:tc>
                  <a:txBody>
                    <a:bodyPr/>
                    <a:lstStyle/>
                    <a:p>
                      <a:r>
                        <a:rPr lang="en-GB" sz="1600" dirty="0"/>
                        <a:t>Wrap up and buffer</a:t>
                      </a:r>
                    </a:p>
                  </a:txBody>
                  <a:tcPr/>
                </a:tc>
                <a:tc>
                  <a:txBody>
                    <a:bodyPr/>
                    <a:lstStyle/>
                    <a:p>
                      <a:r>
                        <a:rPr lang="en-GB" sz="1600" dirty="0"/>
                        <a:t>16:30 – 17:00</a:t>
                      </a:r>
                    </a:p>
                  </a:txBody>
                  <a:tcPr/>
                </a:tc>
                <a:tc>
                  <a:txBody>
                    <a:bodyPr/>
                    <a:lstStyle/>
                    <a:p>
                      <a:r>
                        <a:rPr lang="en-GB" sz="1600" dirty="0"/>
                        <a:t>Wrap up with action points agreed and buffer for running over on other items. </a:t>
                      </a:r>
                    </a:p>
                  </a:txBody>
                  <a:tcPr/>
                </a:tc>
                <a:extLst>
                  <a:ext uri="{0D108BD9-81ED-4DB2-BD59-A6C34878D82A}">
                    <a16:rowId xmlns:a16="http://schemas.microsoft.com/office/drawing/2014/main" val="809346741"/>
                  </a:ext>
                </a:extLst>
              </a:tr>
            </a:tbl>
          </a:graphicData>
        </a:graphic>
      </p:graphicFrame>
    </p:spTree>
    <p:extLst>
      <p:ext uri="{BB962C8B-B14F-4D97-AF65-F5344CB8AC3E}">
        <p14:creationId xmlns:p14="http://schemas.microsoft.com/office/powerpoint/2010/main" val="960500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84A26-10FF-4E05-9B48-984B7058FAB1}"/>
              </a:ext>
            </a:extLst>
          </p:cNvPr>
          <p:cNvSpPr>
            <a:spLocks noGrp="1"/>
          </p:cNvSpPr>
          <p:nvPr>
            <p:ph type="title"/>
          </p:nvPr>
        </p:nvSpPr>
        <p:spPr>
          <a:xfrm>
            <a:off x="0" y="80645"/>
            <a:ext cx="10515600" cy="528955"/>
          </a:xfrm>
        </p:spPr>
        <p:txBody>
          <a:bodyPr>
            <a:normAutofit fontScale="90000"/>
          </a:bodyPr>
          <a:lstStyle/>
          <a:p>
            <a:r>
              <a:rPr lang="en-GB" dirty="0"/>
              <a:t>Stakeholder Analysis</a:t>
            </a:r>
          </a:p>
        </p:txBody>
      </p:sp>
      <p:sp>
        <p:nvSpPr>
          <p:cNvPr id="4" name="Rectangle: Rounded Corners 3">
            <a:extLst>
              <a:ext uri="{FF2B5EF4-FFF2-40B4-BE49-F238E27FC236}">
                <a16:creationId xmlns:a16="http://schemas.microsoft.com/office/drawing/2014/main" id="{000C2536-61E4-4221-A32F-B7A7521F2F20}"/>
              </a:ext>
            </a:extLst>
          </p:cNvPr>
          <p:cNvSpPr/>
          <p:nvPr/>
        </p:nvSpPr>
        <p:spPr>
          <a:xfrm>
            <a:off x="4753436" y="1062344"/>
            <a:ext cx="2685131" cy="2336529"/>
          </a:xfrm>
          <a:prstGeom prst="roundRect">
            <a:avLst/>
          </a:prstGeom>
          <a:solidFill>
            <a:schemeClr val="accent1">
              <a:alpha val="39000"/>
            </a:schemeClr>
          </a:solidFill>
          <a:ln>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636363">
                    <a:lumMod val="75000"/>
                  </a:srgbClr>
                </a:solidFill>
                <a:effectLst/>
                <a:uLnTx/>
                <a:uFillTx/>
                <a:latin typeface="Gotham Book"/>
                <a:ea typeface="+mn-ea"/>
                <a:cs typeface="+mn-cs"/>
              </a:rPr>
              <a:t>Who Benefits</a:t>
            </a:r>
          </a:p>
        </p:txBody>
      </p:sp>
      <p:sp>
        <p:nvSpPr>
          <p:cNvPr id="5" name="Rectangle: Rounded Corners 4">
            <a:extLst>
              <a:ext uri="{FF2B5EF4-FFF2-40B4-BE49-F238E27FC236}">
                <a16:creationId xmlns:a16="http://schemas.microsoft.com/office/drawing/2014/main" id="{1D450716-60C9-4DC8-8933-61BF69202963}"/>
              </a:ext>
            </a:extLst>
          </p:cNvPr>
          <p:cNvSpPr/>
          <p:nvPr/>
        </p:nvSpPr>
        <p:spPr>
          <a:xfrm>
            <a:off x="429424" y="1062344"/>
            <a:ext cx="2685131" cy="2336529"/>
          </a:xfrm>
          <a:prstGeom prst="roundRect">
            <a:avLst/>
          </a:prstGeom>
          <a:solidFill>
            <a:schemeClr val="accent1">
              <a:alpha val="39000"/>
            </a:schemeClr>
          </a:solidFill>
          <a:ln>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636363">
                    <a:lumMod val="75000"/>
                  </a:srgbClr>
                </a:solidFill>
                <a:effectLst/>
                <a:uLnTx/>
                <a:uFillTx/>
                <a:latin typeface="Gotham Book"/>
                <a:ea typeface="+mn-ea"/>
                <a:cs typeface="+mn-cs"/>
              </a:rPr>
              <a:t>Who Pays</a:t>
            </a:r>
          </a:p>
        </p:txBody>
      </p:sp>
      <p:sp>
        <p:nvSpPr>
          <p:cNvPr id="6" name="Rectangle: Rounded Corners 5">
            <a:extLst>
              <a:ext uri="{FF2B5EF4-FFF2-40B4-BE49-F238E27FC236}">
                <a16:creationId xmlns:a16="http://schemas.microsoft.com/office/drawing/2014/main" id="{FC5B849B-0585-4918-8293-745FF9BB0BC0}"/>
              </a:ext>
            </a:extLst>
          </p:cNvPr>
          <p:cNvSpPr/>
          <p:nvPr/>
        </p:nvSpPr>
        <p:spPr>
          <a:xfrm>
            <a:off x="9077449" y="1062344"/>
            <a:ext cx="2685131" cy="2336529"/>
          </a:xfrm>
          <a:prstGeom prst="roundRect">
            <a:avLst/>
          </a:prstGeom>
          <a:solidFill>
            <a:schemeClr val="accent1">
              <a:alpha val="39000"/>
            </a:schemeClr>
          </a:solidFill>
          <a:ln>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636363">
                    <a:lumMod val="75000"/>
                  </a:srgbClr>
                </a:solidFill>
                <a:effectLst/>
                <a:uLnTx/>
                <a:uFillTx/>
                <a:latin typeface="Gotham Book"/>
                <a:ea typeface="+mn-ea"/>
                <a:cs typeface="+mn-cs"/>
              </a:rPr>
              <a:t>Who Else Cares</a:t>
            </a:r>
          </a:p>
        </p:txBody>
      </p:sp>
      <p:sp>
        <p:nvSpPr>
          <p:cNvPr id="7" name="Rectangle: Rounded Corners 6">
            <a:extLst>
              <a:ext uri="{FF2B5EF4-FFF2-40B4-BE49-F238E27FC236}">
                <a16:creationId xmlns:a16="http://schemas.microsoft.com/office/drawing/2014/main" id="{1FBD3C75-24FE-462B-ACC2-03EE79ECA146}"/>
              </a:ext>
            </a:extLst>
          </p:cNvPr>
          <p:cNvSpPr/>
          <p:nvPr/>
        </p:nvSpPr>
        <p:spPr>
          <a:xfrm>
            <a:off x="429424" y="3713932"/>
            <a:ext cx="11333152" cy="1521018"/>
          </a:xfrm>
          <a:prstGeom prst="round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tx1">
                    <a:lumMod val="85000"/>
                    <a:lumOff val="15000"/>
                  </a:schemeClr>
                </a:solidFill>
                <a:effectLst/>
                <a:uLnTx/>
                <a:uFillTx/>
                <a:latin typeface="Gotham Book"/>
                <a:ea typeface="+mn-ea"/>
                <a:cs typeface="+mn-cs"/>
              </a:rPr>
              <a:t>For each group there are different levels of interest and influence. Key questions: </a:t>
            </a:r>
          </a:p>
          <a:p>
            <a:pPr marL="342900" indent="-342900" algn="ctr">
              <a:buAutoNum type="arabicParenR"/>
            </a:pPr>
            <a:r>
              <a:rPr lang="en-GB" dirty="0">
                <a:solidFill>
                  <a:schemeClr val="tx1">
                    <a:lumMod val="85000"/>
                    <a:lumOff val="15000"/>
                  </a:schemeClr>
                </a:solidFill>
              </a:rPr>
              <a:t>How do you communicate with each group?</a:t>
            </a:r>
          </a:p>
          <a:p>
            <a:pPr marL="342900" indent="-342900" algn="ctr">
              <a:buAutoNum type="arabicParenR"/>
            </a:pPr>
            <a:r>
              <a:rPr lang="en-GB" dirty="0">
                <a:solidFill>
                  <a:schemeClr val="tx1">
                    <a:lumMod val="85000"/>
                    <a:lumOff val="15000"/>
                  </a:schemeClr>
                </a:solidFill>
              </a:rPr>
              <a:t>What do they want to know and why? </a:t>
            </a:r>
          </a:p>
          <a:p>
            <a:pPr marL="342900" indent="-342900" algn="ctr">
              <a:buAutoNum type="arabicParenR"/>
            </a:pPr>
            <a:r>
              <a:rPr lang="en-GB" dirty="0">
                <a:solidFill>
                  <a:schemeClr val="tx1">
                    <a:lumMod val="85000"/>
                    <a:lumOff val="15000"/>
                  </a:schemeClr>
                </a:solidFill>
              </a:rPr>
              <a:t>What do you want them to do with the information? </a:t>
            </a:r>
          </a:p>
          <a:p>
            <a:pPr marL="342900" indent="-342900" algn="ctr">
              <a:buAutoNum type="arabicParenR"/>
            </a:pPr>
            <a:r>
              <a:rPr lang="en-GB" dirty="0">
                <a:solidFill>
                  <a:schemeClr val="tx1">
                    <a:lumMod val="85000"/>
                    <a:lumOff val="15000"/>
                  </a:schemeClr>
                </a:solidFill>
              </a:rPr>
              <a:t> Is it worth your time and resource? </a:t>
            </a:r>
          </a:p>
        </p:txBody>
      </p:sp>
    </p:spTree>
    <p:extLst>
      <p:ext uri="{BB962C8B-B14F-4D97-AF65-F5344CB8AC3E}">
        <p14:creationId xmlns:p14="http://schemas.microsoft.com/office/powerpoint/2010/main" val="215578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870AC09-DCA4-4C22-B55E-81C83F65752F}"/>
              </a:ext>
            </a:extLst>
          </p:cNvPr>
          <p:cNvSpPr>
            <a:spLocks noGrp="1"/>
          </p:cNvSpPr>
          <p:nvPr>
            <p:ph type="title"/>
          </p:nvPr>
        </p:nvSpPr>
        <p:spPr>
          <a:xfrm>
            <a:off x="77381" y="91723"/>
            <a:ext cx="5068551" cy="522380"/>
          </a:xfrm>
        </p:spPr>
        <p:txBody>
          <a:bodyPr>
            <a:normAutofit fontScale="90000"/>
          </a:bodyPr>
          <a:lstStyle/>
          <a:p>
            <a:r>
              <a:rPr lang="en-GB" dirty="0"/>
              <a:t>Define the problem </a:t>
            </a:r>
          </a:p>
        </p:txBody>
      </p:sp>
      <p:pic>
        <p:nvPicPr>
          <p:cNvPr id="5" name="Picture 4">
            <a:extLst>
              <a:ext uri="{FF2B5EF4-FFF2-40B4-BE49-F238E27FC236}">
                <a16:creationId xmlns:a16="http://schemas.microsoft.com/office/drawing/2014/main" id="{4AE04B7B-DB11-4C0E-8DDC-FF8B17677988}"/>
              </a:ext>
            </a:extLst>
          </p:cNvPr>
          <p:cNvPicPr>
            <a:picLocks noChangeAspect="1"/>
          </p:cNvPicPr>
          <p:nvPr/>
        </p:nvPicPr>
        <p:blipFill>
          <a:blip r:embed="rId2"/>
          <a:stretch>
            <a:fillRect/>
          </a:stretch>
        </p:blipFill>
        <p:spPr>
          <a:xfrm>
            <a:off x="77381" y="820999"/>
            <a:ext cx="8131899" cy="4836974"/>
          </a:xfrm>
          <a:prstGeom prst="rect">
            <a:avLst/>
          </a:prstGeom>
        </p:spPr>
      </p:pic>
      <p:sp>
        <p:nvSpPr>
          <p:cNvPr id="6" name="Right Brace 5">
            <a:extLst>
              <a:ext uri="{FF2B5EF4-FFF2-40B4-BE49-F238E27FC236}">
                <a16:creationId xmlns:a16="http://schemas.microsoft.com/office/drawing/2014/main" id="{09533ACD-983F-497A-AFDE-867312F35E8E}"/>
              </a:ext>
            </a:extLst>
          </p:cNvPr>
          <p:cNvSpPr/>
          <p:nvPr/>
        </p:nvSpPr>
        <p:spPr>
          <a:xfrm>
            <a:off x="8327956" y="877427"/>
            <a:ext cx="236923" cy="4690253"/>
          </a:xfrm>
          <a:prstGeom prst="rightBrace">
            <a:avLst/>
          </a:prstGeom>
          <a:ln w="22225">
            <a:solidFill>
              <a:schemeClr val="tx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94DB65C6-E3F5-400B-B341-80872F87CD64}"/>
              </a:ext>
            </a:extLst>
          </p:cNvPr>
          <p:cNvSpPr/>
          <p:nvPr/>
        </p:nvSpPr>
        <p:spPr>
          <a:xfrm>
            <a:off x="8778239" y="2367758"/>
            <a:ext cx="3251201" cy="1743456"/>
          </a:xfrm>
          <a:prstGeom prst="roundRect">
            <a:avLst/>
          </a:prstGeom>
          <a:solidFill>
            <a:schemeClr val="accent1">
              <a:alpha val="39000"/>
            </a:schemeClr>
          </a:solidFill>
          <a:ln>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636363">
                    <a:lumMod val="75000"/>
                  </a:srgbClr>
                </a:solidFill>
                <a:latin typeface="Gotham Book"/>
              </a:rPr>
              <a:t>Use this exercise to define the social problem you are addressing and why it has not been fixed.</a:t>
            </a:r>
          </a:p>
        </p:txBody>
      </p:sp>
    </p:spTree>
    <p:extLst>
      <p:ext uri="{BB962C8B-B14F-4D97-AF65-F5344CB8AC3E}">
        <p14:creationId xmlns:p14="http://schemas.microsoft.com/office/powerpoint/2010/main" val="363250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5B3B3-6EC2-4F77-9362-E62C63A3A454}"/>
              </a:ext>
            </a:extLst>
          </p:cNvPr>
          <p:cNvSpPr>
            <a:spLocks noGrp="1"/>
          </p:cNvSpPr>
          <p:nvPr>
            <p:ph type="title"/>
          </p:nvPr>
        </p:nvSpPr>
        <p:spPr>
          <a:xfrm>
            <a:off x="147320" y="172085"/>
            <a:ext cx="10515600" cy="701675"/>
          </a:xfrm>
        </p:spPr>
        <p:txBody>
          <a:bodyPr/>
          <a:lstStyle/>
          <a:p>
            <a:r>
              <a:rPr lang="en-GB" dirty="0"/>
              <a:t>Key problem frameworks to align to</a:t>
            </a:r>
          </a:p>
        </p:txBody>
      </p:sp>
      <p:pic>
        <p:nvPicPr>
          <p:cNvPr id="4" name="Picture 3">
            <a:extLst>
              <a:ext uri="{FF2B5EF4-FFF2-40B4-BE49-F238E27FC236}">
                <a16:creationId xmlns:a16="http://schemas.microsoft.com/office/drawing/2014/main" id="{35FEA44B-FCBC-4691-8D31-D576D8B81646}"/>
              </a:ext>
            </a:extLst>
          </p:cNvPr>
          <p:cNvPicPr>
            <a:picLocks noChangeAspect="1"/>
          </p:cNvPicPr>
          <p:nvPr/>
        </p:nvPicPr>
        <p:blipFill>
          <a:blip r:embed="rId2"/>
          <a:stretch>
            <a:fillRect/>
          </a:stretch>
        </p:blipFill>
        <p:spPr>
          <a:xfrm>
            <a:off x="147320" y="1158240"/>
            <a:ext cx="3116586" cy="1905317"/>
          </a:xfrm>
          <a:prstGeom prst="rect">
            <a:avLst/>
          </a:prstGeom>
        </p:spPr>
      </p:pic>
      <p:pic>
        <p:nvPicPr>
          <p:cNvPr id="5" name="Picture 4">
            <a:extLst>
              <a:ext uri="{FF2B5EF4-FFF2-40B4-BE49-F238E27FC236}">
                <a16:creationId xmlns:a16="http://schemas.microsoft.com/office/drawing/2014/main" id="{C31BD3F4-4C6D-4D8E-8DA9-55797B3F06EB}"/>
              </a:ext>
            </a:extLst>
          </p:cNvPr>
          <p:cNvPicPr>
            <a:picLocks noChangeAspect="1"/>
          </p:cNvPicPr>
          <p:nvPr/>
        </p:nvPicPr>
        <p:blipFill>
          <a:blip r:embed="rId3"/>
          <a:stretch>
            <a:fillRect/>
          </a:stretch>
        </p:blipFill>
        <p:spPr>
          <a:xfrm>
            <a:off x="4726386" y="1391760"/>
            <a:ext cx="3333750" cy="1438275"/>
          </a:xfrm>
          <a:prstGeom prst="rect">
            <a:avLst/>
          </a:prstGeom>
        </p:spPr>
      </p:pic>
      <p:pic>
        <p:nvPicPr>
          <p:cNvPr id="6" name="Picture 5">
            <a:extLst>
              <a:ext uri="{FF2B5EF4-FFF2-40B4-BE49-F238E27FC236}">
                <a16:creationId xmlns:a16="http://schemas.microsoft.com/office/drawing/2014/main" id="{8FDDA276-951F-4ACC-A96D-56AACB574CA0}"/>
              </a:ext>
            </a:extLst>
          </p:cNvPr>
          <p:cNvPicPr>
            <a:picLocks noChangeAspect="1"/>
          </p:cNvPicPr>
          <p:nvPr/>
        </p:nvPicPr>
        <p:blipFill>
          <a:blip r:embed="rId4"/>
          <a:stretch>
            <a:fillRect/>
          </a:stretch>
        </p:blipFill>
        <p:spPr>
          <a:xfrm>
            <a:off x="9522616" y="1158240"/>
            <a:ext cx="2280608" cy="1905318"/>
          </a:xfrm>
          <a:prstGeom prst="rect">
            <a:avLst/>
          </a:prstGeom>
        </p:spPr>
      </p:pic>
      <p:sp>
        <p:nvSpPr>
          <p:cNvPr id="7" name="Rectangle: Rounded Corners 6">
            <a:extLst>
              <a:ext uri="{FF2B5EF4-FFF2-40B4-BE49-F238E27FC236}">
                <a16:creationId xmlns:a16="http://schemas.microsoft.com/office/drawing/2014/main" id="{231BDAAC-C219-4D7D-8B91-1300B3ADD1AD}"/>
              </a:ext>
            </a:extLst>
          </p:cNvPr>
          <p:cNvSpPr/>
          <p:nvPr/>
        </p:nvSpPr>
        <p:spPr>
          <a:xfrm>
            <a:off x="2125821" y="3581557"/>
            <a:ext cx="7940358" cy="1438275"/>
          </a:xfrm>
          <a:prstGeom prst="roundRect">
            <a:avLst/>
          </a:prstGeom>
          <a:solidFill>
            <a:schemeClr val="accent1">
              <a:alpha val="39000"/>
            </a:schemeClr>
          </a:solidFill>
          <a:ln>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636363">
                    <a:lumMod val="75000"/>
                  </a:srgbClr>
                </a:solidFill>
                <a:latin typeface="Gotham Book"/>
              </a:rPr>
              <a:t>Consider whether the problem you identified is a problem that is recognised by others. </a:t>
            </a:r>
          </a:p>
        </p:txBody>
      </p:sp>
    </p:spTree>
    <p:extLst>
      <p:ext uri="{BB962C8B-B14F-4D97-AF65-F5344CB8AC3E}">
        <p14:creationId xmlns:p14="http://schemas.microsoft.com/office/powerpoint/2010/main" val="1164232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C5546-8723-421A-94A8-4267AC19B20A}"/>
              </a:ext>
            </a:extLst>
          </p:cNvPr>
          <p:cNvSpPr>
            <a:spLocks noGrp="1"/>
          </p:cNvSpPr>
          <p:nvPr>
            <p:ph type="title"/>
          </p:nvPr>
        </p:nvSpPr>
        <p:spPr>
          <a:xfrm>
            <a:off x="106680" y="131762"/>
            <a:ext cx="5481320" cy="549275"/>
          </a:xfrm>
        </p:spPr>
        <p:txBody>
          <a:bodyPr>
            <a:normAutofit fontScale="90000"/>
          </a:bodyPr>
          <a:lstStyle/>
          <a:p>
            <a:r>
              <a:rPr lang="en-GB" dirty="0"/>
              <a:t>Social Value Proposition</a:t>
            </a:r>
          </a:p>
        </p:txBody>
      </p:sp>
      <p:sp>
        <p:nvSpPr>
          <p:cNvPr id="5" name="Content Placeholder 2">
            <a:extLst>
              <a:ext uri="{FF2B5EF4-FFF2-40B4-BE49-F238E27FC236}">
                <a16:creationId xmlns:a16="http://schemas.microsoft.com/office/drawing/2014/main" id="{66E9D374-8624-4798-9251-94451586211F}"/>
              </a:ext>
            </a:extLst>
          </p:cNvPr>
          <p:cNvSpPr txBox="1">
            <a:spLocks/>
          </p:cNvSpPr>
          <p:nvPr/>
        </p:nvSpPr>
        <p:spPr>
          <a:xfrm>
            <a:off x="106680" y="406399"/>
            <a:ext cx="10515600" cy="90581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800" dirty="0"/>
              <a:t>Shows how your social enterprises fixes your customers problem and provides ‘gains’. </a:t>
            </a:r>
          </a:p>
        </p:txBody>
      </p:sp>
      <p:pic>
        <p:nvPicPr>
          <p:cNvPr id="7" name="Picture 6">
            <a:extLst>
              <a:ext uri="{FF2B5EF4-FFF2-40B4-BE49-F238E27FC236}">
                <a16:creationId xmlns:a16="http://schemas.microsoft.com/office/drawing/2014/main" id="{5144B384-4C73-4B10-8920-3BD1E52B066E}"/>
              </a:ext>
            </a:extLst>
          </p:cNvPr>
          <p:cNvPicPr>
            <a:picLocks noChangeAspect="1"/>
          </p:cNvPicPr>
          <p:nvPr/>
        </p:nvPicPr>
        <p:blipFill>
          <a:blip r:embed="rId2"/>
          <a:stretch>
            <a:fillRect/>
          </a:stretch>
        </p:blipFill>
        <p:spPr>
          <a:xfrm>
            <a:off x="6676571" y="1130797"/>
            <a:ext cx="4602162" cy="2853827"/>
          </a:xfrm>
          <a:prstGeom prst="rect">
            <a:avLst/>
          </a:prstGeom>
        </p:spPr>
      </p:pic>
      <p:pic>
        <p:nvPicPr>
          <p:cNvPr id="8" name="Picture 7">
            <a:extLst>
              <a:ext uri="{FF2B5EF4-FFF2-40B4-BE49-F238E27FC236}">
                <a16:creationId xmlns:a16="http://schemas.microsoft.com/office/drawing/2014/main" id="{BB24B45D-0B5F-4C71-8B62-BF71B5C4986C}"/>
              </a:ext>
            </a:extLst>
          </p:cNvPr>
          <p:cNvPicPr>
            <a:picLocks noChangeAspect="1"/>
          </p:cNvPicPr>
          <p:nvPr/>
        </p:nvPicPr>
        <p:blipFill>
          <a:blip r:embed="rId3"/>
          <a:stretch>
            <a:fillRect/>
          </a:stretch>
        </p:blipFill>
        <p:spPr>
          <a:xfrm>
            <a:off x="437304" y="1344671"/>
            <a:ext cx="4602162" cy="2426078"/>
          </a:xfrm>
          <a:prstGeom prst="rect">
            <a:avLst/>
          </a:prstGeom>
        </p:spPr>
      </p:pic>
      <p:sp>
        <p:nvSpPr>
          <p:cNvPr id="9" name="Arrow: Chevron 8">
            <a:extLst>
              <a:ext uri="{FF2B5EF4-FFF2-40B4-BE49-F238E27FC236}">
                <a16:creationId xmlns:a16="http://schemas.microsoft.com/office/drawing/2014/main" id="{90FF2B38-17E8-4021-8FA3-A9728BE916A2}"/>
              </a:ext>
            </a:extLst>
          </p:cNvPr>
          <p:cNvSpPr/>
          <p:nvPr/>
        </p:nvSpPr>
        <p:spPr>
          <a:xfrm>
            <a:off x="5695104" y="2357685"/>
            <a:ext cx="457200" cy="40005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0" name="Right Brace 9">
            <a:extLst>
              <a:ext uri="{FF2B5EF4-FFF2-40B4-BE49-F238E27FC236}">
                <a16:creationId xmlns:a16="http://schemas.microsoft.com/office/drawing/2014/main" id="{134DDD8C-0AB0-42A3-B88B-A11993A400ED}"/>
              </a:ext>
            </a:extLst>
          </p:cNvPr>
          <p:cNvSpPr/>
          <p:nvPr/>
        </p:nvSpPr>
        <p:spPr>
          <a:xfrm rot="5400000">
            <a:off x="5723678" y="-1376874"/>
            <a:ext cx="400051" cy="11567889"/>
          </a:xfrm>
          <a:prstGeom prst="rightBrace">
            <a:avLst/>
          </a:prstGeom>
          <a:ln w="2857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1" name="Rectangle: Rounded Corners 10">
            <a:extLst>
              <a:ext uri="{FF2B5EF4-FFF2-40B4-BE49-F238E27FC236}">
                <a16:creationId xmlns:a16="http://schemas.microsoft.com/office/drawing/2014/main" id="{9263AC52-A72A-4996-8987-C9DB1D9131C2}"/>
              </a:ext>
            </a:extLst>
          </p:cNvPr>
          <p:cNvSpPr/>
          <p:nvPr/>
        </p:nvSpPr>
        <p:spPr>
          <a:xfrm>
            <a:off x="4369655" y="4709022"/>
            <a:ext cx="3108095" cy="400052"/>
          </a:xfrm>
          <a:prstGeom prst="roundRect">
            <a:avLst/>
          </a:prstGeom>
          <a:solidFill>
            <a:schemeClr val="bg1"/>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lumMod val="75000"/>
                  </a:srgbClr>
                </a:solidFill>
                <a:effectLst/>
                <a:uLnTx/>
                <a:uFillTx/>
                <a:latin typeface="Gotham Book"/>
                <a:ea typeface="+mn-ea"/>
                <a:cs typeface="+mn-cs"/>
                <a:hlinkClick r:id="rId4"/>
              </a:rPr>
              <a:t>Written articulations</a:t>
            </a:r>
            <a:endParaRPr kumimoji="0" lang="en-GB" sz="2400" b="0" i="0" u="none" strike="noStrike" kern="1200" cap="none" spc="0" normalizeH="0" baseline="0" noProof="0" dirty="0">
              <a:ln>
                <a:noFill/>
              </a:ln>
              <a:solidFill>
                <a:srgbClr val="636363">
                  <a:lumMod val="75000"/>
                </a:srgbClr>
              </a:solidFill>
              <a:effectLst/>
              <a:uLnTx/>
              <a:uFillTx/>
              <a:latin typeface="Gotham Book"/>
              <a:ea typeface="+mn-ea"/>
              <a:cs typeface="+mn-cs"/>
            </a:endParaRPr>
          </a:p>
        </p:txBody>
      </p:sp>
    </p:spTree>
    <p:extLst>
      <p:ext uri="{BB962C8B-B14F-4D97-AF65-F5344CB8AC3E}">
        <p14:creationId xmlns:p14="http://schemas.microsoft.com/office/powerpoint/2010/main" val="2607773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B5B5803-06D2-4084-9DF8-B0F7462AA859}"/>
              </a:ext>
            </a:extLst>
          </p:cNvPr>
          <p:cNvSpPr/>
          <p:nvPr/>
        </p:nvSpPr>
        <p:spPr>
          <a:xfrm>
            <a:off x="0" y="5486400"/>
            <a:ext cx="6096000" cy="1371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7046AEF4-CC75-4262-BEDE-052C1F6C851A}"/>
              </a:ext>
            </a:extLst>
          </p:cNvPr>
          <p:cNvSpPr>
            <a:spLocks noGrp="1"/>
          </p:cNvSpPr>
          <p:nvPr>
            <p:ph type="title"/>
          </p:nvPr>
        </p:nvSpPr>
        <p:spPr>
          <a:xfrm>
            <a:off x="34663" y="50272"/>
            <a:ext cx="10515600" cy="610235"/>
          </a:xfrm>
        </p:spPr>
        <p:txBody>
          <a:bodyPr>
            <a:normAutofit fontScale="90000"/>
          </a:bodyPr>
          <a:lstStyle/>
          <a:p>
            <a:r>
              <a:rPr lang="en-GB" dirty="0"/>
              <a:t>Theory of Change Development </a:t>
            </a:r>
          </a:p>
        </p:txBody>
      </p:sp>
      <p:sp>
        <p:nvSpPr>
          <p:cNvPr id="4" name="Rectangle: Rounded Corners 3">
            <a:extLst>
              <a:ext uri="{FF2B5EF4-FFF2-40B4-BE49-F238E27FC236}">
                <a16:creationId xmlns:a16="http://schemas.microsoft.com/office/drawing/2014/main" id="{5B014C09-1859-4078-9503-154EFBFF5E93}"/>
              </a:ext>
            </a:extLst>
          </p:cNvPr>
          <p:cNvSpPr/>
          <p:nvPr/>
        </p:nvSpPr>
        <p:spPr>
          <a:xfrm>
            <a:off x="9460574" y="5403118"/>
            <a:ext cx="1963419" cy="680457"/>
          </a:xfrm>
          <a:prstGeom prst="round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b="1" u="sng" dirty="0">
              <a:solidFill>
                <a:schemeClr val="tx1">
                  <a:lumMod val="75000"/>
                </a:schemeClr>
              </a:solidFill>
            </a:endParaRPr>
          </a:p>
        </p:txBody>
      </p:sp>
      <p:sp>
        <p:nvSpPr>
          <p:cNvPr id="5" name="Rectangle: Rounded Corners 4">
            <a:extLst>
              <a:ext uri="{FF2B5EF4-FFF2-40B4-BE49-F238E27FC236}">
                <a16:creationId xmlns:a16="http://schemas.microsoft.com/office/drawing/2014/main" id="{1DA5C921-1339-4777-99A6-DA643DDF7F60}"/>
              </a:ext>
            </a:extLst>
          </p:cNvPr>
          <p:cNvSpPr/>
          <p:nvPr/>
        </p:nvSpPr>
        <p:spPr>
          <a:xfrm>
            <a:off x="26022" y="836920"/>
            <a:ext cx="2297431" cy="5619703"/>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b="1" u="sng" dirty="0">
                <a:solidFill>
                  <a:schemeClr val="tx1">
                    <a:lumMod val="75000"/>
                  </a:schemeClr>
                </a:solidFill>
              </a:rPr>
              <a:t>Assumptions</a:t>
            </a:r>
          </a:p>
        </p:txBody>
      </p:sp>
      <p:sp>
        <p:nvSpPr>
          <p:cNvPr id="6" name="Rectangle: Rounded Corners 5">
            <a:extLst>
              <a:ext uri="{FF2B5EF4-FFF2-40B4-BE49-F238E27FC236}">
                <a16:creationId xmlns:a16="http://schemas.microsoft.com/office/drawing/2014/main" id="{E5D5282F-64A1-41CD-9712-C2FA672790A7}"/>
              </a:ext>
            </a:extLst>
          </p:cNvPr>
          <p:cNvSpPr/>
          <p:nvPr/>
        </p:nvSpPr>
        <p:spPr>
          <a:xfrm>
            <a:off x="2453737" y="4439987"/>
            <a:ext cx="7317815" cy="627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Activities </a:t>
            </a:r>
          </a:p>
        </p:txBody>
      </p:sp>
      <p:sp>
        <p:nvSpPr>
          <p:cNvPr id="7" name="Rectangle: Rounded Corners 6">
            <a:extLst>
              <a:ext uri="{FF2B5EF4-FFF2-40B4-BE49-F238E27FC236}">
                <a16:creationId xmlns:a16="http://schemas.microsoft.com/office/drawing/2014/main" id="{392E8D39-8711-4089-910D-6472429F9D59}"/>
              </a:ext>
            </a:extLst>
          </p:cNvPr>
          <p:cNvSpPr/>
          <p:nvPr/>
        </p:nvSpPr>
        <p:spPr>
          <a:xfrm>
            <a:off x="2458670" y="3410864"/>
            <a:ext cx="7333132" cy="627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Outputs of activities (goods &amp; services)</a:t>
            </a:r>
            <a:endParaRPr lang="en-GB" b="1" dirty="0"/>
          </a:p>
        </p:txBody>
      </p:sp>
      <p:sp>
        <p:nvSpPr>
          <p:cNvPr id="8" name="Rectangle: Rounded Corners 7">
            <a:extLst>
              <a:ext uri="{FF2B5EF4-FFF2-40B4-BE49-F238E27FC236}">
                <a16:creationId xmlns:a16="http://schemas.microsoft.com/office/drawing/2014/main" id="{C7B5259A-63C2-4BA9-93F8-CC48B1571602}"/>
              </a:ext>
            </a:extLst>
          </p:cNvPr>
          <p:cNvSpPr/>
          <p:nvPr/>
        </p:nvSpPr>
        <p:spPr>
          <a:xfrm>
            <a:off x="2458670" y="2381741"/>
            <a:ext cx="7333132" cy="627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Change in the behaviour of the user </a:t>
            </a:r>
          </a:p>
        </p:txBody>
      </p:sp>
      <p:sp>
        <p:nvSpPr>
          <p:cNvPr id="9" name="Rectangle: Rounded Corners 8">
            <a:extLst>
              <a:ext uri="{FF2B5EF4-FFF2-40B4-BE49-F238E27FC236}">
                <a16:creationId xmlns:a16="http://schemas.microsoft.com/office/drawing/2014/main" id="{7C593A5E-A252-4181-A0EE-474340161520}"/>
              </a:ext>
            </a:extLst>
          </p:cNvPr>
          <p:cNvSpPr/>
          <p:nvPr/>
        </p:nvSpPr>
        <p:spPr>
          <a:xfrm>
            <a:off x="2453737" y="1352618"/>
            <a:ext cx="7317815" cy="627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Difference in the user’s life</a:t>
            </a:r>
          </a:p>
        </p:txBody>
      </p:sp>
      <p:sp>
        <p:nvSpPr>
          <p:cNvPr id="10" name="Rectangle: Rounded Corners 9">
            <a:extLst>
              <a:ext uri="{FF2B5EF4-FFF2-40B4-BE49-F238E27FC236}">
                <a16:creationId xmlns:a16="http://schemas.microsoft.com/office/drawing/2014/main" id="{08270BD2-A03D-4847-BCAC-0B379361EB18}"/>
              </a:ext>
            </a:extLst>
          </p:cNvPr>
          <p:cNvSpPr/>
          <p:nvPr/>
        </p:nvSpPr>
        <p:spPr>
          <a:xfrm>
            <a:off x="2453737" y="5469110"/>
            <a:ext cx="7317815" cy="627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Resources</a:t>
            </a:r>
          </a:p>
        </p:txBody>
      </p:sp>
      <p:sp>
        <p:nvSpPr>
          <p:cNvPr id="11" name="TextBox 10">
            <a:extLst>
              <a:ext uri="{FF2B5EF4-FFF2-40B4-BE49-F238E27FC236}">
                <a16:creationId xmlns:a16="http://schemas.microsoft.com/office/drawing/2014/main" id="{21430039-5D9E-4F33-98D0-2D39568C21F9}"/>
              </a:ext>
            </a:extLst>
          </p:cNvPr>
          <p:cNvSpPr txBox="1"/>
          <p:nvPr/>
        </p:nvSpPr>
        <p:spPr>
          <a:xfrm>
            <a:off x="281816" y="5438146"/>
            <a:ext cx="1654748" cy="646331"/>
          </a:xfrm>
          <a:prstGeom prst="rect">
            <a:avLst/>
          </a:prstGeom>
          <a:noFill/>
        </p:spPr>
        <p:txBody>
          <a:bodyPr wrap="square" rtlCol="0">
            <a:spAutoFit/>
          </a:bodyPr>
          <a:lstStyle/>
          <a:p>
            <a:r>
              <a:rPr lang="en-GB" dirty="0"/>
              <a:t>If my enterprise has these…</a:t>
            </a:r>
          </a:p>
        </p:txBody>
      </p:sp>
      <p:cxnSp>
        <p:nvCxnSpPr>
          <p:cNvPr id="12" name="Connector: Curved 11">
            <a:extLst>
              <a:ext uri="{FF2B5EF4-FFF2-40B4-BE49-F238E27FC236}">
                <a16:creationId xmlns:a16="http://schemas.microsoft.com/office/drawing/2014/main" id="{32CB70A4-5FA8-436C-A970-AD80C1CB936D}"/>
              </a:ext>
            </a:extLst>
          </p:cNvPr>
          <p:cNvCxnSpPr>
            <a:cxnSpLocks/>
          </p:cNvCxnSpPr>
          <p:nvPr/>
        </p:nvCxnSpPr>
        <p:spPr>
          <a:xfrm rot="10800000" flipH="1">
            <a:off x="9806561" y="4954548"/>
            <a:ext cx="12700" cy="1029123"/>
          </a:xfrm>
          <a:prstGeom prst="curvedConnector3">
            <a:avLst>
              <a:gd name="adj1" fmla="val 5752945"/>
            </a:avLst>
          </a:prstGeom>
          <a:ln w="28575">
            <a:solidFill>
              <a:schemeClr val="tx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D392BF3-3E7D-450A-A95C-AD97EE4605B1}"/>
              </a:ext>
            </a:extLst>
          </p:cNvPr>
          <p:cNvSpPr txBox="1"/>
          <p:nvPr/>
        </p:nvSpPr>
        <p:spPr>
          <a:xfrm>
            <a:off x="162206" y="4403362"/>
            <a:ext cx="1903504" cy="646331"/>
          </a:xfrm>
          <a:prstGeom prst="rect">
            <a:avLst/>
          </a:prstGeom>
          <a:noFill/>
        </p:spPr>
        <p:txBody>
          <a:bodyPr wrap="square" rtlCol="0">
            <a:spAutoFit/>
          </a:bodyPr>
          <a:lstStyle/>
          <a:p>
            <a:r>
              <a:rPr lang="en-GB" dirty="0"/>
              <a:t>If my enterprise does these…</a:t>
            </a:r>
          </a:p>
        </p:txBody>
      </p:sp>
      <p:sp>
        <p:nvSpPr>
          <p:cNvPr id="14" name="TextBox 13">
            <a:extLst>
              <a:ext uri="{FF2B5EF4-FFF2-40B4-BE49-F238E27FC236}">
                <a16:creationId xmlns:a16="http://schemas.microsoft.com/office/drawing/2014/main" id="{BDF26A85-8F5C-4D47-B7A9-FD7938B95F3F}"/>
              </a:ext>
            </a:extLst>
          </p:cNvPr>
          <p:cNvSpPr txBox="1"/>
          <p:nvPr/>
        </p:nvSpPr>
        <p:spPr>
          <a:xfrm>
            <a:off x="157438" y="3646772"/>
            <a:ext cx="1903504" cy="369332"/>
          </a:xfrm>
          <a:prstGeom prst="rect">
            <a:avLst/>
          </a:prstGeom>
          <a:noFill/>
        </p:spPr>
        <p:txBody>
          <a:bodyPr wrap="square" rtlCol="0">
            <a:spAutoFit/>
          </a:bodyPr>
          <a:lstStyle/>
          <a:p>
            <a:r>
              <a:rPr lang="en-GB" dirty="0"/>
              <a:t>If people access…</a:t>
            </a:r>
          </a:p>
        </p:txBody>
      </p:sp>
      <p:cxnSp>
        <p:nvCxnSpPr>
          <p:cNvPr id="15" name="Connector: Curved 14">
            <a:extLst>
              <a:ext uri="{FF2B5EF4-FFF2-40B4-BE49-F238E27FC236}">
                <a16:creationId xmlns:a16="http://schemas.microsoft.com/office/drawing/2014/main" id="{A39AE016-D455-4E54-AA88-E5B4E39A2DA4}"/>
              </a:ext>
            </a:extLst>
          </p:cNvPr>
          <p:cNvCxnSpPr>
            <a:cxnSpLocks/>
          </p:cNvCxnSpPr>
          <p:nvPr/>
        </p:nvCxnSpPr>
        <p:spPr>
          <a:xfrm rot="10800000" flipH="1">
            <a:off x="9812911" y="3827508"/>
            <a:ext cx="12700" cy="1029123"/>
          </a:xfrm>
          <a:prstGeom prst="curvedConnector3">
            <a:avLst>
              <a:gd name="adj1" fmla="val 5752945"/>
            </a:avLst>
          </a:prstGeom>
          <a:ln w="28575">
            <a:solidFill>
              <a:schemeClr val="tx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15">
            <a:extLst>
              <a:ext uri="{FF2B5EF4-FFF2-40B4-BE49-F238E27FC236}">
                <a16:creationId xmlns:a16="http://schemas.microsoft.com/office/drawing/2014/main" id="{9396C13B-92B4-4478-B16B-357A3F03649F}"/>
              </a:ext>
            </a:extLst>
          </p:cNvPr>
          <p:cNvCxnSpPr>
            <a:cxnSpLocks/>
          </p:cNvCxnSpPr>
          <p:nvPr/>
        </p:nvCxnSpPr>
        <p:spPr>
          <a:xfrm rot="10800000" flipH="1">
            <a:off x="9825611" y="2730560"/>
            <a:ext cx="12700" cy="1029123"/>
          </a:xfrm>
          <a:prstGeom prst="curvedConnector3">
            <a:avLst>
              <a:gd name="adj1" fmla="val 5752945"/>
            </a:avLst>
          </a:prstGeom>
          <a:ln w="28575">
            <a:solidFill>
              <a:schemeClr val="tx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Connector: Curved 16">
            <a:extLst>
              <a:ext uri="{FF2B5EF4-FFF2-40B4-BE49-F238E27FC236}">
                <a16:creationId xmlns:a16="http://schemas.microsoft.com/office/drawing/2014/main" id="{524DCF9D-C917-42E9-BC91-1A91F531CCF1}"/>
              </a:ext>
            </a:extLst>
          </p:cNvPr>
          <p:cNvCxnSpPr>
            <a:cxnSpLocks/>
          </p:cNvCxnSpPr>
          <p:nvPr/>
        </p:nvCxnSpPr>
        <p:spPr>
          <a:xfrm rot="10800000" flipH="1">
            <a:off x="9838311" y="1537305"/>
            <a:ext cx="12700" cy="1029123"/>
          </a:xfrm>
          <a:prstGeom prst="curvedConnector3">
            <a:avLst>
              <a:gd name="adj1" fmla="val 5752945"/>
            </a:avLst>
          </a:prstGeom>
          <a:ln w="28575">
            <a:solidFill>
              <a:schemeClr val="tx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34E3E2B-EF6B-4B7F-B1EF-98099CF3D900}"/>
              </a:ext>
            </a:extLst>
          </p:cNvPr>
          <p:cNvSpPr txBox="1"/>
          <p:nvPr/>
        </p:nvSpPr>
        <p:spPr>
          <a:xfrm>
            <a:off x="157438" y="2441683"/>
            <a:ext cx="2404583" cy="646331"/>
          </a:xfrm>
          <a:prstGeom prst="rect">
            <a:avLst/>
          </a:prstGeom>
          <a:noFill/>
        </p:spPr>
        <p:txBody>
          <a:bodyPr wrap="square" rtlCol="0">
            <a:spAutoFit/>
          </a:bodyPr>
          <a:lstStyle/>
          <a:p>
            <a:r>
              <a:rPr lang="en-GB" dirty="0"/>
              <a:t>If people use the good/service then…</a:t>
            </a:r>
          </a:p>
        </p:txBody>
      </p:sp>
      <p:sp>
        <p:nvSpPr>
          <p:cNvPr id="19" name="TextBox 18">
            <a:extLst>
              <a:ext uri="{FF2B5EF4-FFF2-40B4-BE49-F238E27FC236}">
                <a16:creationId xmlns:a16="http://schemas.microsoft.com/office/drawing/2014/main" id="{2F662F25-57AA-45A9-A0B7-8DB036A6A855}"/>
              </a:ext>
            </a:extLst>
          </p:cNvPr>
          <p:cNvSpPr txBox="1"/>
          <p:nvPr/>
        </p:nvSpPr>
        <p:spPr>
          <a:xfrm>
            <a:off x="163059" y="1377504"/>
            <a:ext cx="2404583" cy="646331"/>
          </a:xfrm>
          <a:prstGeom prst="rect">
            <a:avLst/>
          </a:prstGeom>
          <a:noFill/>
        </p:spPr>
        <p:txBody>
          <a:bodyPr wrap="square" rtlCol="0">
            <a:spAutoFit/>
          </a:bodyPr>
          <a:lstStyle/>
          <a:p>
            <a:r>
              <a:rPr lang="en-GB" dirty="0"/>
              <a:t>If people change their behaviour then…</a:t>
            </a:r>
          </a:p>
        </p:txBody>
      </p:sp>
      <p:sp>
        <p:nvSpPr>
          <p:cNvPr id="20" name="TextBox 19">
            <a:extLst>
              <a:ext uri="{FF2B5EF4-FFF2-40B4-BE49-F238E27FC236}">
                <a16:creationId xmlns:a16="http://schemas.microsoft.com/office/drawing/2014/main" id="{3BB37697-9F01-4657-9DC1-95AB22EEB5A0}"/>
              </a:ext>
            </a:extLst>
          </p:cNvPr>
          <p:cNvSpPr txBox="1"/>
          <p:nvPr/>
        </p:nvSpPr>
        <p:spPr>
          <a:xfrm>
            <a:off x="10550263" y="5136541"/>
            <a:ext cx="1654748" cy="646331"/>
          </a:xfrm>
          <a:prstGeom prst="rect">
            <a:avLst/>
          </a:prstGeom>
          <a:noFill/>
        </p:spPr>
        <p:txBody>
          <a:bodyPr wrap="square" rtlCol="0">
            <a:spAutoFit/>
          </a:bodyPr>
          <a:lstStyle/>
          <a:p>
            <a:r>
              <a:rPr lang="en-GB" dirty="0"/>
              <a:t>I will deliver these… </a:t>
            </a:r>
          </a:p>
        </p:txBody>
      </p:sp>
      <p:sp>
        <p:nvSpPr>
          <p:cNvPr id="21" name="TextBox 20">
            <a:extLst>
              <a:ext uri="{FF2B5EF4-FFF2-40B4-BE49-F238E27FC236}">
                <a16:creationId xmlns:a16="http://schemas.microsoft.com/office/drawing/2014/main" id="{2D87B682-D874-4659-A2B7-C364EBCC7310}"/>
              </a:ext>
            </a:extLst>
          </p:cNvPr>
          <p:cNvSpPr txBox="1"/>
          <p:nvPr/>
        </p:nvSpPr>
        <p:spPr>
          <a:xfrm>
            <a:off x="10550263" y="3981814"/>
            <a:ext cx="1654748" cy="646331"/>
          </a:xfrm>
          <a:prstGeom prst="rect">
            <a:avLst/>
          </a:prstGeom>
          <a:noFill/>
        </p:spPr>
        <p:txBody>
          <a:bodyPr wrap="square" rtlCol="0">
            <a:spAutoFit/>
          </a:bodyPr>
          <a:lstStyle/>
          <a:p>
            <a:r>
              <a:rPr lang="en-GB" dirty="0"/>
              <a:t>People will access…</a:t>
            </a:r>
          </a:p>
        </p:txBody>
      </p:sp>
      <p:sp>
        <p:nvSpPr>
          <p:cNvPr id="22" name="TextBox 21">
            <a:extLst>
              <a:ext uri="{FF2B5EF4-FFF2-40B4-BE49-F238E27FC236}">
                <a16:creationId xmlns:a16="http://schemas.microsoft.com/office/drawing/2014/main" id="{B34943F9-4335-41CA-BCD1-6F16C9565847}"/>
              </a:ext>
            </a:extLst>
          </p:cNvPr>
          <p:cNvSpPr txBox="1"/>
          <p:nvPr/>
        </p:nvSpPr>
        <p:spPr>
          <a:xfrm>
            <a:off x="10535878" y="2921955"/>
            <a:ext cx="1654748" cy="646331"/>
          </a:xfrm>
          <a:prstGeom prst="rect">
            <a:avLst/>
          </a:prstGeom>
          <a:noFill/>
        </p:spPr>
        <p:txBody>
          <a:bodyPr wrap="square" rtlCol="0">
            <a:spAutoFit/>
          </a:bodyPr>
          <a:lstStyle/>
          <a:p>
            <a:r>
              <a:rPr lang="en-GB" dirty="0"/>
              <a:t>People will use the G&amp;S…</a:t>
            </a:r>
          </a:p>
        </p:txBody>
      </p:sp>
      <p:sp>
        <p:nvSpPr>
          <p:cNvPr id="23" name="TextBox 22">
            <a:extLst>
              <a:ext uri="{FF2B5EF4-FFF2-40B4-BE49-F238E27FC236}">
                <a16:creationId xmlns:a16="http://schemas.microsoft.com/office/drawing/2014/main" id="{950F82E5-B69B-4917-A82C-79415457DD72}"/>
              </a:ext>
            </a:extLst>
          </p:cNvPr>
          <p:cNvSpPr txBox="1"/>
          <p:nvPr/>
        </p:nvSpPr>
        <p:spPr>
          <a:xfrm>
            <a:off x="10535878" y="1585097"/>
            <a:ext cx="1654748" cy="923330"/>
          </a:xfrm>
          <a:prstGeom prst="rect">
            <a:avLst/>
          </a:prstGeom>
          <a:noFill/>
        </p:spPr>
        <p:txBody>
          <a:bodyPr wrap="square" rtlCol="0">
            <a:spAutoFit/>
          </a:bodyPr>
          <a:lstStyle/>
          <a:p>
            <a:r>
              <a:rPr lang="en-GB" dirty="0"/>
              <a:t>People will change their behaviours…</a:t>
            </a:r>
          </a:p>
        </p:txBody>
      </p:sp>
      <p:sp>
        <p:nvSpPr>
          <p:cNvPr id="24" name="Rectangle: Rounded Corners 23">
            <a:extLst>
              <a:ext uri="{FF2B5EF4-FFF2-40B4-BE49-F238E27FC236}">
                <a16:creationId xmlns:a16="http://schemas.microsoft.com/office/drawing/2014/main" id="{61AEEA5A-FD16-4C1A-9A3D-6E443B5F16E3}"/>
              </a:ext>
            </a:extLst>
          </p:cNvPr>
          <p:cNvSpPr/>
          <p:nvPr/>
        </p:nvSpPr>
        <p:spPr>
          <a:xfrm>
            <a:off x="9848952" y="836919"/>
            <a:ext cx="2297431" cy="5619703"/>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b="1" u="sng" dirty="0">
                <a:solidFill>
                  <a:schemeClr val="tx1">
                    <a:lumMod val="75000"/>
                  </a:schemeClr>
                </a:solidFill>
              </a:rPr>
              <a:t>Assumptions</a:t>
            </a:r>
          </a:p>
        </p:txBody>
      </p:sp>
    </p:spTree>
    <p:extLst>
      <p:ext uri="{BB962C8B-B14F-4D97-AF65-F5344CB8AC3E}">
        <p14:creationId xmlns:p14="http://schemas.microsoft.com/office/powerpoint/2010/main" val="393831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1" nodeType="clickEffect">
                                  <p:stCondLst>
                                    <p:cond delay="0"/>
                                  </p:stCondLst>
                                  <p:childTnLst>
                                    <p:set>
                                      <p:cBhvr>
                                        <p:cTn id="60" dur="1" fill="hold">
                                          <p:stCondLst>
                                            <p:cond delay="0"/>
                                          </p:stCondLst>
                                        </p:cTn>
                                        <p:tgtEl>
                                          <p:spTgt spid="5"/>
                                        </p:tgtEl>
                                        <p:attrNameLst>
                                          <p:attrName>style.visibility</p:attrName>
                                        </p:attrNameLst>
                                      </p:cBhvr>
                                      <p:to>
                                        <p:strVal val="visible"/>
                                      </p:to>
                                    </p:set>
                                  </p:childTnLst>
                                </p:cTn>
                              </p:par>
                              <p:par>
                                <p:cTn id="61" presetID="1" presetClass="entr" presetSubtype="0" fill="hold" grpId="1"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0" nodeType="clickEffect">
                                  <p:stCondLst>
                                    <p:cond delay="0"/>
                                  </p:stCondLst>
                                  <p:childTnLst>
                                    <p:animEffect transition="out" filter="fade">
                                      <p:cBhvr>
                                        <p:cTn id="66" dur="500" tmFilter="0, 0; .2, .5; .8, .5; 1, 0"/>
                                        <p:tgtEl>
                                          <p:spTgt spid="5"/>
                                        </p:tgtEl>
                                      </p:cBhvr>
                                    </p:animEffect>
                                    <p:animScale>
                                      <p:cBhvr>
                                        <p:cTn id="67" dur="250" autoRev="1" fill="hold"/>
                                        <p:tgtEl>
                                          <p:spTgt spid="5"/>
                                        </p:tgtEl>
                                      </p:cBhvr>
                                      <p:by x="105000" y="105000"/>
                                    </p:animScale>
                                  </p:childTnLst>
                                </p:cTn>
                              </p:par>
                              <p:par>
                                <p:cTn id="68" presetID="26" presetClass="emph" presetSubtype="0" fill="hold" grpId="0" nodeType="withEffect">
                                  <p:stCondLst>
                                    <p:cond delay="0"/>
                                  </p:stCondLst>
                                  <p:childTnLst>
                                    <p:animEffect transition="out" filter="fade">
                                      <p:cBhvr>
                                        <p:cTn id="69" dur="500" tmFilter="0, 0; .2, .5; .8, .5; 1, 0"/>
                                        <p:tgtEl>
                                          <p:spTgt spid="24"/>
                                        </p:tgtEl>
                                      </p:cBhvr>
                                    </p:animEffect>
                                    <p:animScale>
                                      <p:cBhvr>
                                        <p:cTn id="70" dur="250" autoRev="1" fill="hold"/>
                                        <p:tgtEl>
                                          <p:spTgt spid="2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7" grpId="0" animBg="1"/>
      <p:bldP spid="8" grpId="0" animBg="1"/>
      <p:bldP spid="9" grpId="0" animBg="1"/>
      <p:bldP spid="10" grpId="0" animBg="1"/>
      <p:bldP spid="11" grpId="0"/>
      <p:bldP spid="13" grpId="0"/>
      <p:bldP spid="14" grpId="0"/>
      <p:bldP spid="18" grpId="0"/>
      <p:bldP spid="19" grpId="0"/>
      <p:bldP spid="20" grpId="0"/>
      <p:bldP spid="21" grpId="0"/>
      <p:bldP spid="22" grpId="0"/>
      <p:bldP spid="23" grpId="0"/>
      <p:bldP spid="24" grpId="0" animBg="1"/>
      <p:bldP spid="24"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22F20-D8AA-4F58-93C8-1386C1EBEE7E}"/>
              </a:ext>
            </a:extLst>
          </p:cNvPr>
          <p:cNvSpPr>
            <a:spLocks noGrp="1"/>
          </p:cNvSpPr>
          <p:nvPr>
            <p:ph type="title"/>
          </p:nvPr>
        </p:nvSpPr>
        <p:spPr>
          <a:xfrm>
            <a:off x="429300" y="194711"/>
            <a:ext cx="10515600" cy="821289"/>
          </a:xfrm>
        </p:spPr>
        <p:txBody>
          <a:bodyPr/>
          <a:lstStyle/>
          <a:p>
            <a:r>
              <a:rPr lang="en-GB" dirty="0">
                <a:solidFill>
                  <a:schemeClr val="tx1"/>
                </a:solidFill>
              </a:rPr>
              <a:t>KPI Development</a:t>
            </a:r>
          </a:p>
        </p:txBody>
      </p:sp>
      <p:sp>
        <p:nvSpPr>
          <p:cNvPr id="4" name="Rectangle 3">
            <a:extLst>
              <a:ext uri="{FF2B5EF4-FFF2-40B4-BE49-F238E27FC236}">
                <a16:creationId xmlns:a16="http://schemas.microsoft.com/office/drawing/2014/main" id="{038CB96E-D349-4153-8ABA-6245E94D1B34}"/>
              </a:ext>
            </a:extLst>
          </p:cNvPr>
          <p:cNvSpPr/>
          <p:nvPr/>
        </p:nvSpPr>
        <p:spPr>
          <a:xfrm>
            <a:off x="569977" y="874455"/>
            <a:ext cx="2336202" cy="255454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636363"/>
                </a:solidFill>
                <a:effectLst/>
                <a:uLnTx/>
                <a:uFillTx/>
                <a:latin typeface="Gotham Book"/>
                <a:ea typeface="+mn-ea"/>
                <a:cs typeface="+mn-cs"/>
              </a:rPr>
              <a:t>S</a:t>
            </a:r>
            <a:r>
              <a:rPr kumimoji="0" lang="en-GB" sz="3200" b="0" i="0" u="none" strike="noStrike" kern="1200" cap="none" spc="0" normalizeH="0" baseline="0" noProof="0" dirty="0">
                <a:ln>
                  <a:noFill/>
                </a:ln>
                <a:solidFill>
                  <a:srgbClr val="636363"/>
                </a:solidFill>
                <a:effectLst/>
                <a:uLnTx/>
                <a:uFillTx/>
                <a:latin typeface="Gotham Book"/>
                <a:ea typeface="+mn-ea"/>
                <a:cs typeface="+mn-cs"/>
              </a:rPr>
              <a:t>pecific,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636363"/>
                </a:solidFill>
                <a:effectLst/>
                <a:uLnTx/>
                <a:uFillTx/>
                <a:latin typeface="Gotham Book"/>
                <a:ea typeface="+mn-ea"/>
                <a:cs typeface="+mn-cs"/>
              </a:rPr>
              <a:t>M</a:t>
            </a:r>
            <a:r>
              <a:rPr kumimoji="0" lang="en-GB" sz="3200" b="0" i="0" u="none" strike="noStrike" kern="1200" cap="none" spc="0" normalizeH="0" baseline="0" noProof="0" dirty="0">
                <a:ln>
                  <a:noFill/>
                </a:ln>
                <a:solidFill>
                  <a:srgbClr val="636363"/>
                </a:solidFill>
                <a:effectLst/>
                <a:uLnTx/>
                <a:uFillTx/>
                <a:latin typeface="Gotham Book"/>
                <a:ea typeface="+mn-ea"/>
                <a:cs typeface="+mn-cs"/>
              </a:rPr>
              <a:t>easurable,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636363"/>
                </a:solidFill>
                <a:effectLst/>
                <a:uLnTx/>
                <a:uFillTx/>
                <a:latin typeface="Gotham Book"/>
                <a:ea typeface="+mn-ea"/>
                <a:cs typeface="+mn-cs"/>
              </a:rPr>
              <a:t>A</a:t>
            </a:r>
            <a:r>
              <a:rPr kumimoji="0" lang="en-GB" sz="3200" b="0" i="0" u="none" strike="noStrike" kern="1200" cap="none" spc="0" normalizeH="0" baseline="0" noProof="0" dirty="0">
                <a:ln>
                  <a:noFill/>
                </a:ln>
                <a:solidFill>
                  <a:srgbClr val="636363"/>
                </a:solidFill>
                <a:effectLst/>
                <a:uLnTx/>
                <a:uFillTx/>
                <a:latin typeface="Gotham Book"/>
                <a:ea typeface="+mn-ea"/>
                <a:cs typeface="+mn-cs"/>
              </a:rPr>
              <a:t>ttainable,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636363"/>
                </a:solidFill>
                <a:effectLst/>
                <a:uLnTx/>
                <a:uFillTx/>
                <a:latin typeface="Gotham Book"/>
                <a:ea typeface="+mn-ea"/>
                <a:cs typeface="+mn-cs"/>
              </a:rPr>
              <a:t>R</a:t>
            </a:r>
            <a:r>
              <a:rPr kumimoji="0" lang="en-GB" sz="3200" b="0" i="0" u="none" strike="noStrike" kern="1200" cap="none" spc="0" normalizeH="0" baseline="0" noProof="0" dirty="0">
                <a:ln>
                  <a:noFill/>
                </a:ln>
                <a:solidFill>
                  <a:srgbClr val="636363"/>
                </a:solidFill>
                <a:effectLst/>
                <a:uLnTx/>
                <a:uFillTx/>
                <a:latin typeface="Gotham Book"/>
                <a:ea typeface="+mn-ea"/>
                <a:cs typeface="+mn-cs"/>
              </a:rPr>
              <a:t>elevant,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err="1">
                <a:ln>
                  <a:noFill/>
                </a:ln>
                <a:solidFill>
                  <a:srgbClr val="636363"/>
                </a:solidFill>
                <a:effectLst/>
                <a:uLnTx/>
                <a:uFillTx/>
                <a:latin typeface="Gotham Book"/>
                <a:ea typeface="+mn-ea"/>
                <a:cs typeface="+mn-cs"/>
              </a:rPr>
              <a:t>T</a:t>
            </a:r>
            <a:r>
              <a:rPr kumimoji="0" lang="en-GB" sz="3200" b="0" i="0" u="none" strike="noStrike" kern="1200" cap="none" spc="0" normalizeH="0" baseline="0" noProof="0" dirty="0" err="1">
                <a:ln>
                  <a:noFill/>
                </a:ln>
                <a:solidFill>
                  <a:srgbClr val="636363"/>
                </a:solidFill>
                <a:effectLst/>
                <a:uLnTx/>
                <a:uFillTx/>
                <a:latin typeface="Gotham Book"/>
                <a:ea typeface="+mn-ea"/>
                <a:cs typeface="+mn-cs"/>
              </a:rPr>
              <a:t>imebound</a:t>
            </a:r>
            <a:endParaRPr kumimoji="0" lang="en-GB" sz="3200" b="0" i="0" u="none" strike="noStrike" kern="1200" cap="none" spc="0" normalizeH="0" baseline="0" noProof="0" dirty="0">
              <a:ln>
                <a:noFill/>
              </a:ln>
              <a:solidFill>
                <a:srgbClr val="636363"/>
              </a:solidFill>
              <a:effectLst/>
              <a:uLnTx/>
              <a:uFillTx/>
              <a:latin typeface="Gotham Book"/>
              <a:ea typeface="+mn-ea"/>
              <a:cs typeface="+mn-cs"/>
            </a:endParaRPr>
          </a:p>
        </p:txBody>
      </p:sp>
      <p:sp>
        <p:nvSpPr>
          <p:cNvPr id="5" name="Rectangle 4">
            <a:extLst>
              <a:ext uri="{FF2B5EF4-FFF2-40B4-BE49-F238E27FC236}">
                <a16:creationId xmlns:a16="http://schemas.microsoft.com/office/drawing/2014/main" id="{C6CD8253-36D2-4233-ABCE-CFF7557A4032}"/>
              </a:ext>
            </a:extLst>
          </p:cNvPr>
          <p:cNvSpPr/>
          <p:nvPr/>
        </p:nvSpPr>
        <p:spPr>
          <a:xfrm>
            <a:off x="5596932" y="4288217"/>
            <a:ext cx="6455883" cy="156966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7030A0"/>
              </a:buClr>
              <a:buSzTx/>
              <a:tabLst/>
              <a:defRPr/>
            </a:pPr>
            <a:endParaRPr kumimoji="0" lang="en-GB" altLang="en-US" sz="2400" b="0" i="1" u="none" strike="noStrike" kern="1200" cap="none" spc="0" normalizeH="0" baseline="0" noProof="0" dirty="0">
              <a:ln>
                <a:noFill/>
              </a:ln>
              <a:solidFill>
                <a:srgbClr val="636363"/>
              </a:solidFill>
              <a:effectLst/>
              <a:uLnTx/>
              <a:uFillTx/>
              <a:latin typeface="Franklin Gothic Book" panose="020B05030201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
                <a:srgbClr val="7030A0"/>
              </a:buClr>
              <a:buSzTx/>
              <a:buFontTx/>
              <a:buNone/>
              <a:tabLst/>
              <a:defRPr/>
            </a:pPr>
            <a:r>
              <a:rPr kumimoji="0" lang="en-GB" altLang="en-US" sz="2400" b="0" i="1" u="none" strike="noStrike" kern="1200" cap="none" spc="0" normalizeH="0" baseline="0" noProof="0" dirty="0">
                <a:ln>
                  <a:noFill/>
                </a:ln>
                <a:solidFill>
                  <a:srgbClr val="636363"/>
                </a:solidFill>
                <a:effectLst/>
                <a:uLnTx/>
                <a:uFillTx/>
                <a:latin typeface="Franklin Gothic Book" panose="020B0503020102020204" pitchFamily="34" charset="0"/>
                <a:ea typeface="+mn-ea"/>
                <a:cs typeface="+mn-cs"/>
              </a:rPr>
              <a:t>By the </a:t>
            </a:r>
            <a:r>
              <a:rPr kumimoji="0" lang="en-GB" altLang="en-US" sz="2400" b="0" i="1" u="sng" strike="noStrike" kern="1200" cap="none" spc="0" normalizeH="0" baseline="0" noProof="0" dirty="0">
                <a:ln>
                  <a:noFill/>
                </a:ln>
                <a:solidFill>
                  <a:srgbClr val="7030A0"/>
                </a:solidFill>
                <a:effectLst/>
                <a:uLnTx/>
                <a:uFillTx/>
                <a:latin typeface="Franklin Gothic Book" panose="020B0503020102020204" pitchFamily="34" charset="0"/>
                <a:ea typeface="+mn-ea"/>
                <a:cs typeface="+mn-cs"/>
              </a:rPr>
              <a:t>end of 2017</a:t>
            </a:r>
            <a:r>
              <a:rPr kumimoji="0" lang="en-GB" altLang="en-US" sz="2400" b="0" i="1" u="none" strike="noStrike" kern="1200" cap="none" spc="0" normalizeH="0" baseline="0" noProof="0" dirty="0">
                <a:ln>
                  <a:noFill/>
                </a:ln>
                <a:solidFill>
                  <a:srgbClr val="636363"/>
                </a:solidFill>
                <a:effectLst/>
                <a:uLnTx/>
                <a:uFillTx/>
                <a:latin typeface="Franklin Gothic Book" panose="020B0503020102020204" pitchFamily="34" charset="0"/>
                <a:ea typeface="+mn-ea"/>
                <a:cs typeface="+mn-cs"/>
              </a:rPr>
              <a:t>, </a:t>
            </a:r>
            <a:r>
              <a:rPr kumimoji="0" lang="en-GB" altLang="en-US" sz="2400" b="0" i="1" u="sng" strike="noStrike" kern="1200" cap="none" spc="0" normalizeH="0" baseline="0" noProof="0" dirty="0">
                <a:ln>
                  <a:noFill/>
                </a:ln>
                <a:solidFill>
                  <a:srgbClr val="7030A0"/>
                </a:solidFill>
                <a:effectLst/>
                <a:uLnTx/>
                <a:uFillTx/>
                <a:latin typeface="Franklin Gothic Book" panose="020B0503020102020204" pitchFamily="34" charset="0"/>
                <a:ea typeface="+mn-ea"/>
                <a:cs typeface="+mn-cs"/>
              </a:rPr>
              <a:t>100 young people </a:t>
            </a:r>
            <a:r>
              <a:rPr kumimoji="0" lang="en-GB" altLang="en-US" sz="2400" b="0" i="1" u="none" strike="noStrike" kern="1200" cap="none" spc="0" normalizeH="0" baseline="0" noProof="0" dirty="0">
                <a:ln>
                  <a:noFill/>
                </a:ln>
                <a:solidFill>
                  <a:srgbClr val="636363"/>
                </a:solidFill>
                <a:effectLst/>
                <a:uLnTx/>
                <a:uFillTx/>
                <a:latin typeface="Franklin Gothic Book" panose="020B0503020102020204" pitchFamily="34" charset="0"/>
                <a:ea typeface="+mn-ea"/>
                <a:cs typeface="+mn-cs"/>
              </a:rPr>
              <a:t>will have </a:t>
            </a:r>
            <a:r>
              <a:rPr kumimoji="0" lang="en-GB" altLang="en-US" sz="2400" b="0" i="1" u="sng" strike="noStrike" kern="1200" cap="none" spc="0" normalizeH="0" baseline="0" noProof="0" dirty="0">
                <a:ln>
                  <a:noFill/>
                </a:ln>
                <a:solidFill>
                  <a:srgbClr val="7030A0"/>
                </a:solidFill>
                <a:effectLst/>
                <a:uLnTx/>
                <a:uFillTx/>
                <a:latin typeface="Franklin Gothic Book" panose="020B0503020102020204" pitchFamily="34" charset="0"/>
                <a:ea typeface="+mn-ea"/>
                <a:cs typeface="+mn-cs"/>
              </a:rPr>
              <a:t>developed new skills </a:t>
            </a:r>
            <a:r>
              <a:rPr kumimoji="0" lang="en-GB" altLang="en-US" sz="2400" b="0" i="1" u="none" strike="noStrike" kern="1200" cap="none" spc="0" normalizeH="0" baseline="0" noProof="0" dirty="0">
                <a:ln>
                  <a:noFill/>
                </a:ln>
                <a:solidFill>
                  <a:srgbClr val="636363"/>
                </a:solidFill>
                <a:effectLst/>
                <a:uLnTx/>
                <a:uFillTx/>
                <a:latin typeface="Franklin Gothic Book" panose="020B0503020102020204" pitchFamily="34" charset="0"/>
                <a:ea typeface="+mn-ea"/>
                <a:cs typeface="+mn-cs"/>
              </a:rPr>
              <a:t>and </a:t>
            </a:r>
            <a:r>
              <a:rPr kumimoji="0" lang="en-GB" altLang="en-US" sz="2400" b="0" i="1" u="sng" strike="noStrike" kern="1200" cap="none" spc="0" normalizeH="0" baseline="0" noProof="0" dirty="0">
                <a:ln>
                  <a:noFill/>
                </a:ln>
                <a:solidFill>
                  <a:srgbClr val="7030A0"/>
                </a:solidFill>
                <a:effectLst/>
                <a:uLnTx/>
                <a:uFillTx/>
                <a:latin typeface="Franklin Gothic Book" panose="020B0503020102020204" pitchFamily="34" charset="0"/>
                <a:ea typeface="+mn-ea"/>
                <a:cs typeface="+mn-cs"/>
              </a:rPr>
              <a:t>feel more confident and employable</a:t>
            </a:r>
            <a:r>
              <a:rPr kumimoji="0" lang="en-GB" altLang="en-US" sz="2400" b="0" i="1" u="none" strike="noStrike" kern="1200" cap="none" spc="0" normalizeH="0" baseline="0" noProof="0" dirty="0">
                <a:ln>
                  <a:noFill/>
                </a:ln>
                <a:solidFill>
                  <a:srgbClr val="636363"/>
                </a:solidFill>
                <a:effectLst/>
                <a:uLnTx/>
                <a:uFillTx/>
                <a:latin typeface="Franklin Gothic Book" panose="020B0503020102020204" pitchFamily="34" charset="0"/>
                <a:ea typeface="+mn-ea"/>
                <a:cs typeface="+mn-cs"/>
              </a:rPr>
              <a:t> as a result of the project</a:t>
            </a:r>
            <a:endParaRPr kumimoji="0" lang="en-GB" altLang="en-US" sz="2400" b="0" i="0" u="none" strike="noStrike" kern="1200" cap="none" spc="0" normalizeH="0" baseline="0" noProof="0" dirty="0">
              <a:ln>
                <a:noFill/>
              </a:ln>
              <a:solidFill>
                <a:srgbClr val="636363"/>
              </a:solidFill>
              <a:effectLst/>
              <a:uLnTx/>
              <a:uFillTx/>
              <a:latin typeface="Franklin Gothic Book" panose="020B0503020102020204" pitchFamily="34" charset="0"/>
              <a:ea typeface="+mn-ea"/>
              <a:cs typeface="+mn-cs"/>
            </a:endParaRPr>
          </a:p>
        </p:txBody>
      </p:sp>
      <p:sp>
        <p:nvSpPr>
          <p:cNvPr id="6" name="Rectangle 5">
            <a:extLst>
              <a:ext uri="{FF2B5EF4-FFF2-40B4-BE49-F238E27FC236}">
                <a16:creationId xmlns:a16="http://schemas.microsoft.com/office/drawing/2014/main" id="{38DEAED3-84EE-411A-B3CC-D4440490F871}"/>
              </a:ext>
            </a:extLst>
          </p:cNvPr>
          <p:cNvSpPr/>
          <p:nvPr/>
        </p:nvSpPr>
        <p:spPr>
          <a:xfrm>
            <a:off x="239670" y="4288217"/>
            <a:ext cx="4935232"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7030A0"/>
              </a:buClr>
              <a:buSzTx/>
              <a:tabLst/>
              <a:defRPr/>
            </a:pPr>
            <a:endParaRPr kumimoji="0" lang="en-GB" altLang="en-US" sz="2400" b="0" i="1" u="none" strike="noStrike" kern="1200" cap="none" spc="0" normalizeH="0" baseline="0" noProof="0" dirty="0">
              <a:ln>
                <a:noFill/>
              </a:ln>
              <a:solidFill>
                <a:srgbClr val="636363"/>
              </a:solidFill>
              <a:effectLst/>
              <a:uLnTx/>
              <a:uFillTx/>
              <a:latin typeface="Franklin Gothic Book" panose="020B05030201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
                <a:srgbClr val="7030A0"/>
              </a:buClr>
              <a:buSzTx/>
              <a:buFontTx/>
              <a:buNone/>
              <a:tabLst/>
              <a:defRPr/>
            </a:pPr>
            <a:r>
              <a:rPr kumimoji="0" lang="en-GB" altLang="en-US" sz="2400" b="0" i="1" u="none" strike="noStrike" kern="1200" cap="none" spc="0" normalizeH="0" baseline="0" noProof="0" dirty="0">
                <a:ln>
                  <a:noFill/>
                </a:ln>
                <a:solidFill>
                  <a:srgbClr val="636363"/>
                </a:solidFill>
                <a:effectLst/>
                <a:uLnTx/>
                <a:uFillTx/>
                <a:latin typeface="Franklin Gothic Book" panose="020B0503020102020204" pitchFamily="34" charset="0"/>
                <a:ea typeface="+mn-ea"/>
                <a:cs typeface="+mn-cs"/>
              </a:rPr>
              <a:t>No. of young people with new skills &amp; increased confidence</a:t>
            </a:r>
          </a:p>
        </p:txBody>
      </p:sp>
      <p:sp>
        <p:nvSpPr>
          <p:cNvPr id="7" name="Rectangle: Rounded Corners 6">
            <a:extLst>
              <a:ext uri="{FF2B5EF4-FFF2-40B4-BE49-F238E27FC236}">
                <a16:creationId xmlns:a16="http://schemas.microsoft.com/office/drawing/2014/main" id="{9D11D542-5383-46E1-9F44-092318171EA5}"/>
              </a:ext>
            </a:extLst>
          </p:cNvPr>
          <p:cNvSpPr/>
          <p:nvPr/>
        </p:nvSpPr>
        <p:spPr>
          <a:xfrm>
            <a:off x="1054494" y="3830934"/>
            <a:ext cx="2736510" cy="827314"/>
          </a:xfrm>
          <a:prstGeom prst="roundRect">
            <a:avLst/>
          </a:prstGeom>
          <a:solidFill>
            <a:schemeClr val="bg1"/>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lumMod val="75000"/>
                  </a:srgbClr>
                </a:solidFill>
                <a:effectLst/>
                <a:uLnTx/>
                <a:uFillTx/>
                <a:latin typeface="Gotham Book"/>
                <a:ea typeface="+mn-ea"/>
                <a:cs typeface="+mn-cs"/>
              </a:rPr>
              <a:t>Indicator</a:t>
            </a:r>
          </a:p>
        </p:txBody>
      </p:sp>
      <p:sp>
        <p:nvSpPr>
          <p:cNvPr id="8" name="Arrow: Right 7">
            <a:extLst>
              <a:ext uri="{FF2B5EF4-FFF2-40B4-BE49-F238E27FC236}">
                <a16:creationId xmlns:a16="http://schemas.microsoft.com/office/drawing/2014/main" id="{210815F0-E0D7-49EB-8A20-BE92A76F0E74}"/>
              </a:ext>
            </a:extLst>
          </p:cNvPr>
          <p:cNvSpPr/>
          <p:nvPr/>
        </p:nvSpPr>
        <p:spPr>
          <a:xfrm>
            <a:off x="3894628" y="4148322"/>
            <a:ext cx="3531104" cy="252856"/>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9" name="Rectangle: Rounded Corners 8">
            <a:extLst>
              <a:ext uri="{FF2B5EF4-FFF2-40B4-BE49-F238E27FC236}">
                <a16:creationId xmlns:a16="http://schemas.microsoft.com/office/drawing/2014/main" id="{C6A45A51-5427-4610-870D-62F505B4AA4D}"/>
              </a:ext>
            </a:extLst>
          </p:cNvPr>
          <p:cNvSpPr/>
          <p:nvPr/>
        </p:nvSpPr>
        <p:spPr>
          <a:xfrm>
            <a:off x="7529356" y="3830934"/>
            <a:ext cx="2736510" cy="827314"/>
          </a:xfrm>
          <a:prstGeom prst="roundRect">
            <a:avLst/>
          </a:prstGeom>
          <a:solidFill>
            <a:schemeClr val="bg1"/>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lumMod val="75000"/>
                  </a:srgbClr>
                </a:solidFill>
                <a:effectLst/>
                <a:uLnTx/>
                <a:uFillTx/>
                <a:latin typeface="Gotham Book"/>
                <a:ea typeface="+mn-ea"/>
                <a:cs typeface="+mn-cs"/>
              </a:rPr>
              <a:t>Target</a:t>
            </a:r>
          </a:p>
        </p:txBody>
      </p:sp>
    </p:spTree>
    <p:extLst>
      <p:ext uri="{BB962C8B-B14F-4D97-AF65-F5344CB8AC3E}">
        <p14:creationId xmlns:p14="http://schemas.microsoft.com/office/powerpoint/2010/main" val="2720346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1C7DC-A28B-41A4-A80C-26A2139BC0A2}"/>
              </a:ext>
            </a:extLst>
          </p:cNvPr>
          <p:cNvSpPr>
            <a:spLocks noGrp="1"/>
          </p:cNvSpPr>
          <p:nvPr>
            <p:ph type="title"/>
          </p:nvPr>
        </p:nvSpPr>
        <p:spPr>
          <a:xfrm>
            <a:off x="-13006" y="0"/>
            <a:ext cx="10515600" cy="522380"/>
          </a:xfrm>
        </p:spPr>
        <p:txBody>
          <a:bodyPr>
            <a:normAutofit fontScale="90000"/>
          </a:bodyPr>
          <a:lstStyle/>
          <a:p>
            <a:r>
              <a:rPr lang="en-GB" dirty="0">
                <a:solidFill>
                  <a:schemeClr val="tx1"/>
                </a:solidFill>
              </a:rPr>
              <a:t>Types of KPIs</a:t>
            </a:r>
          </a:p>
        </p:txBody>
      </p:sp>
      <p:cxnSp>
        <p:nvCxnSpPr>
          <p:cNvPr id="5" name="Straight Connector 4">
            <a:extLst>
              <a:ext uri="{FF2B5EF4-FFF2-40B4-BE49-F238E27FC236}">
                <a16:creationId xmlns:a16="http://schemas.microsoft.com/office/drawing/2014/main" id="{C03B8FC1-11C5-4B70-845E-155F5D9681E8}"/>
              </a:ext>
            </a:extLst>
          </p:cNvPr>
          <p:cNvCxnSpPr/>
          <p:nvPr/>
        </p:nvCxnSpPr>
        <p:spPr>
          <a:xfrm>
            <a:off x="6096000" y="847493"/>
            <a:ext cx="0" cy="6010507"/>
          </a:xfrm>
          <a:prstGeom prst="line">
            <a:avLst/>
          </a:prstGeom>
          <a:ln w="34925">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71B890F1-22E2-47F3-8664-0C26D6E1BC70}"/>
              </a:ext>
            </a:extLst>
          </p:cNvPr>
          <p:cNvSpPr/>
          <p:nvPr/>
        </p:nvSpPr>
        <p:spPr>
          <a:xfrm>
            <a:off x="1103971" y="847493"/>
            <a:ext cx="4003288" cy="4125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Quantitative</a:t>
            </a:r>
          </a:p>
        </p:txBody>
      </p:sp>
      <p:sp>
        <p:nvSpPr>
          <p:cNvPr id="7" name="Rectangle: Rounded Corners 6">
            <a:extLst>
              <a:ext uri="{FF2B5EF4-FFF2-40B4-BE49-F238E27FC236}">
                <a16:creationId xmlns:a16="http://schemas.microsoft.com/office/drawing/2014/main" id="{886DC30F-5283-4B7E-BD00-B042EFC1674B}"/>
              </a:ext>
            </a:extLst>
          </p:cNvPr>
          <p:cNvSpPr/>
          <p:nvPr/>
        </p:nvSpPr>
        <p:spPr>
          <a:xfrm>
            <a:off x="7084741" y="847492"/>
            <a:ext cx="4003288" cy="4125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Qualitative</a:t>
            </a:r>
          </a:p>
        </p:txBody>
      </p:sp>
      <p:sp>
        <p:nvSpPr>
          <p:cNvPr id="8" name="TextBox 7">
            <a:extLst>
              <a:ext uri="{FF2B5EF4-FFF2-40B4-BE49-F238E27FC236}">
                <a16:creationId xmlns:a16="http://schemas.microsoft.com/office/drawing/2014/main" id="{5D9F4668-6AA6-4DDB-9A9A-18AEB33E65C6}"/>
              </a:ext>
            </a:extLst>
          </p:cNvPr>
          <p:cNvSpPr txBox="1"/>
          <p:nvPr/>
        </p:nvSpPr>
        <p:spPr>
          <a:xfrm>
            <a:off x="438932" y="3701473"/>
            <a:ext cx="428546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No. of customers reporting increased income as a result of our training. </a:t>
            </a:r>
          </a:p>
        </p:txBody>
      </p:sp>
      <p:sp>
        <p:nvSpPr>
          <p:cNvPr id="13" name="Rectangle: Rounded Corners 12">
            <a:extLst>
              <a:ext uri="{FF2B5EF4-FFF2-40B4-BE49-F238E27FC236}">
                <a16:creationId xmlns:a16="http://schemas.microsoft.com/office/drawing/2014/main" id="{56453240-597C-4A43-880D-839B04405814}"/>
              </a:ext>
            </a:extLst>
          </p:cNvPr>
          <p:cNvSpPr/>
          <p:nvPr/>
        </p:nvSpPr>
        <p:spPr>
          <a:xfrm>
            <a:off x="7084741" y="1349737"/>
            <a:ext cx="4003288" cy="412595"/>
          </a:xfrm>
          <a:prstGeom prst="roundRect">
            <a:avLst/>
          </a:prstGeom>
          <a:solidFill>
            <a:schemeClr val="tx1">
              <a:lumMod val="75000"/>
            </a:schemeClr>
          </a:solid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Judgement, perception, emotion etc.</a:t>
            </a:r>
          </a:p>
        </p:txBody>
      </p:sp>
      <p:sp>
        <p:nvSpPr>
          <p:cNvPr id="14" name="Rectangle: Rounded Corners 13">
            <a:extLst>
              <a:ext uri="{FF2B5EF4-FFF2-40B4-BE49-F238E27FC236}">
                <a16:creationId xmlns:a16="http://schemas.microsoft.com/office/drawing/2014/main" id="{7B38D03E-A04F-4757-9AB3-DB3A45E91BB3}"/>
              </a:ext>
            </a:extLst>
          </p:cNvPr>
          <p:cNvSpPr/>
          <p:nvPr/>
        </p:nvSpPr>
        <p:spPr>
          <a:xfrm>
            <a:off x="1103971" y="1355678"/>
            <a:ext cx="4003288" cy="412595"/>
          </a:xfrm>
          <a:prstGeom prst="roundRect">
            <a:avLst/>
          </a:prstGeom>
          <a:solidFill>
            <a:schemeClr val="tx1">
              <a:lumMod val="75000"/>
            </a:schemeClr>
          </a:solid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Quantities and amounts</a:t>
            </a:r>
          </a:p>
        </p:txBody>
      </p:sp>
      <p:sp>
        <p:nvSpPr>
          <p:cNvPr id="19" name="Arrow: Left-Right 18">
            <a:extLst>
              <a:ext uri="{FF2B5EF4-FFF2-40B4-BE49-F238E27FC236}">
                <a16:creationId xmlns:a16="http://schemas.microsoft.com/office/drawing/2014/main" id="{1DD2E3A0-EC7F-4C89-AF64-AF89B99AE3C0}"/>
              </a:ext>
            </a:extLst>
          </p:cNvPr>
          <p:cNvSpPr/>
          <p:nvPr/>
        </p:nvSpPr>
        <p:spPr>
          <a:xfrm>
            <a:off x="5244794" y="3428999"/>
            <a:ext cx="1689406" cy="116205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Cross reference</a:t>
            </a:r>
          </a:p>
        </p:txBody>
      </p:sp>
      <p:sp>
        <p:nvSpPr>
          <p:cNvPr id="20" name="TextBox 19">
            <a:extLst>
              <a:ext uri="{FF2B5EF4-FFF2-40B4-BE49-F238E27FC236}">
                <a16:creationId xmlns:a16="http://schemas.microsoft.com/office/drawing/2014/main" id="{5457B324-9DED-4151-AE25-5D53DACD06FC}"/>
              </a:ext>
            </a:extLst>
          </p:cNvPr>
          <p:cNvSpPr txBox="1"/>
          <p:nvPr/>
        </p:nvSpPr>
        <p:spPr>
          <a:xfrm>
            <a:off x="7779362" y="3776544"/>
            <a:ext cx="397370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Evidence that beneficiaries wellbeing has increased as a result of our support</a:t>
            </a:r>
          </a:p>
        </p:txBody>
      </p:sp>
    </p:spTree>
    <p:extLst>
      <p:ext uri="{BB962C8B-B14F-4D97-AF65-F5344CB8AC3E}">
        <p14:creationId xmlns:p14="http://schemas.microsoft.com/office/powerpoint/2010/main" val="17233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animBg="1"/>
      <p:bldP spid="14" grpId="0" animBg="1"/>
      <p:bldP spid="19" grpId="0" animBg="1"/>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4F57-0989-4FDC-BBEF-29AFE3F5EE51}"/>
              </a:ext>
            </a:extLst>
          </p:cNvPr>
          <p:cNvSpPr>
            <a:spLocks noGrp="1"/>
          </p:cNvSpPr>
          <p:nvPr>
            <p:ph type="title"/>
          </p:nvPr>
        </p:nvSpPr>
        <p:spPr>
          <a:xfrm>
            <a:off x="-20946" y="0"/>
            <a:ext cx="10515600" cy="605752"/>
          </a:xfrm>
        </p:spPr>
        <p:txBody>
          <a:bodyPr>
            <a:normAutofit fontScale="90000"/>
          </a:bodyPr>
          <a:lstStyle/>
          <a:p>
            <a:r>
              <a:rPr lang="en-GB" dirty="0">
                <a:solidFill>
                  <a:schemeClr val="tx1"/>
                </a:solidFill>
              </a:rPr>
              <a:t>Choosing Approaches and Tools</a:t>
            </a:r>
          </a:p>
        </p:txBody>
      </p:sp>
      <p:sp>
        <p:nvSpPr>
          <p:cNvPr id="5" name="TextBox 4">
            <a:extLst>
              <a:ext uri="{FF2B5EF4-FFF2-40B4-BE49-F238E27FC236}">
                <a16:creationId xmlns:a16="http://schemas.microsoft.com/office/drawing/2014/main" id="{B21CD5E1-3FBD-4A7D-B152-96D157B5C12C}"/>
              </a:ext>
            </a:extLst>
          </p:cNvPr>
          <p:cNvSpPr txBox="1"/>
          <p:nvPr/>
        </p:nvSpPr>
        <p:spPr>
          <a:xfrm>
            <a:off x="2710825" y="2636785"/>
            <a:ext cx="214964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Interviews</a:t>
            </a:r>
            <a:endParaRPr kumimoji="0" lang="en-GB" sz="1800" b="0" i="0" u="none" strike="noStrike" kern="1200" cap="none" spc="0" normalizeH="0" baseline="0" noProof="0" dirty="0">
              <a:ln>
                <a:noFill/>
              </a:ln>
              <a:solidFill>
                <a:srgbClr val="636363"/>
              </a:solidFill>
              <a:effectLst/>
              <a:uLnTx/>
              <a:uFillTx/>
              <a:latin typeface="Gotham Book"/>
              <a:ea typeface="+mn-ea"/>
              <a:cs typeface="+mn-cs"/>
            </a:endParaRPr>
          </a:p>
        </p:txBody>
      </p:sp>
      <p:pic>
        <p:nvPicPr>
          <p:cNvPr id="6" name="Picture 5">
            <a:extLst>
              <a:ext uri="{FF2B5EF4-FFF2-40B4-BE49-F238E27FC236}">
                <a16:creationId xmlns:a16="http://schemas.microsoft.com/office/drawing/2014/main" id="{83BF4FFF-9F1F-4025-98CF-49B4BBC715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125" y="954460"/>
            <a:ext cx="1818789" cy="1488767"/>
          </a:xfrm>
          <a:prstGeom prst="rect">
            <a:avLst/>
          </a:prstGeom>
        </p:spPr>
      </p:pic>
      <p:sp>
        <p:nvSpPr>
          <p:cNvPr id="7" name="TextBox 6">
            <a:extLst>
              <a:ext uri="{FF2B5EF4-FFF2-40B4-BE49-F238E27FC236}">
                <a16:creationId xmlns:a16="http://schemas.microsoft.com/office/drawing/2014/main" id="{F0FBB5A2-D544-44A2-AE19-EE40B5745C6B}"/>
              </a:ext>
            </a:extLst>
          </p:cNvPr>
          <p:cNvSpPr txBox="1"/>
          <p:nvPr/>
        </p:nvSpPr>
        <p:spPr>
          <a:xfrm>
            <a:off x="238800" y="2625440"/>
            <a:ext cx="21496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Forms, surveys</a:t>
            </a:r>
          </a:p>
        </p:txBody>
      </p:sp>
      <p:pic>
        <p:nvPicPr>
          <p:cNvPr id="8" name="Picture 7">
            <a:extLst>
              <a:ext uri="{FF2B5EF4-FFF2-40B4-BE49-F238E27FC236}">
                <a16:creationId xmlns:a16="http://schemas.microsoft.com/office/drawing/2014/main" id="{876AEB11-DDF6-4EFD-BCB7-80470E9E69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1199" y="962987"/>
            <a:ext cx="1848124" cy="1466765"/>
          </a:xfrm>
          <a:prstGeom prst="rect">
            <a:avLst/>
          </a:prstGeom>
        </p:spPr>
      </p:pic>
      <p:sp>
        <p:nvSpPr>
          <p:cNvPr id="9" name="TextBox 8">
            <a:extLst>
              <a:ext uri="{FF2B5EF4-FFF2-40B4-BE49-F238E27FC236}">
                <a16:creationId xmlns:a16="http://schemas.microsoft.com/office/drawing/2014/main" id="{796326BF-273E-4D36-847A-463A4466C8A7}"/>
              </a:ext>
            </a:extLst>
          </p:cNvPr>
          <p:cNvSpPr txBox="1"/>
          <p:nvPr/>
        </p:nvSpPr>
        <p:spPr>
          <a:xfrm>
            <a:off x="4729696" y="2585984"/>
            <a:ext cx="21496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Focus groups</a:t>
            </a:r>
          </a:p>
        </p:txBody>
      </p:sp>
      <p:pic>
        <p:nvPicPr>
          <p:cNvPr id="10" name="Picture 9">
            <a:extLst>
              <a:ext uri="{FF2B5EF4-FFF2-40B4-BE49-F238E27FC236}">
                <a16:creationId xmlns:a16="http://schemas.microsoft.com/office/drawing/2014/main" id="{DD4C3731-2DFF-405F-BDAF-EBF3BEE6F4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85190" y="615755"/>
            <a:ext cx="1342090" cy="2016802"/>
          </a:xfrm>
          <a:prstGeom prst="rect">
            <a:avLst/>
          </a:prstGeom>
        </p:spPr>
      </p:pic>
      <p:sp>
        <p:nvSpPr>
          <p:cNvPr id="11" name="TextBox 10">
            <a:extLst>
              <a:ext uri="{FF2B5EF4-FFF2-40B4-BE49-F238E27FC236}">
                <a16:creationId xmlns:a16="http://schemas.microsoft.com/office/drawing/2014/main" id="{D328CCE2-8C3E-42D9-8569-8C6398C7990C}"/>
              </a:ext>
            </a:extLst>
          </p:cNvPr>
          <p:cNvSpPr txBox="1"/>
          <p:nvPr/>
        </p:nvSpPr>
        <p:spPr>
          <a:xfrm>
            <a:off x="6581763" y="2495962"/>
            <a:ext cx="2149642"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Secondary information</a:t>
            </a:r>
          </a:p>
        </p:txBody>
      </p:sp>
      <p:pic>
        <p:nvPicPr>
          <p:cNvPr id="12" name="Picture 11">
            <a:extLst>
              <a:ext uri="{FF2B5EF4-FFF2-40B4-BE49-F238E27FC236}">
                <a16:creationId xmlns:a16="http://schemas.microsoft.com/office/drawing/2014/main" id="{5273B7DE-A969-4191-8BAC-B7062D7BE6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47853" y="985091"/>
            <a:ext cx="1958131" cy="1378759"/>
          </a:xfrm>
          <a:prstGeom prst="rect">
            <a:avLst/>
          </a:prstGeom>
        </p:spPr>
      </p:pic>
      <p:pic>
        <p:nvPicPr>
          <p:cNvPr id="13" name="Picture 12">
            <a:extLst>
              <a:ext uri="{FF2B5EF4-FFF2-40B4-BE49-F238E27FC236}">
                <a16:creationId xmlns:a16="http://schemas.microsoft.com/office/drawing/2014/main" id="{F95A2DAE-C835-48B8-B18B-AA4C0A717C5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0954" y="4290093"/>
            <a:ext cx="1245843" cy="1010684"/>
          </a:xfrm>
          <a:prstGeom prst="rect">
            <a:avLst/>
          </a:prstGeom>
        </p:spPr>
      </p:pic>
      <p:pic>
        <p:nvPicPr>
          <p:cNvPr id="14" name="Picture 13">
            <a:extLst>
              <a:ext uri="{FF2B5EF4-FFF2-40B4-BE49-F238E27FC236}">
                <a16:creationId xmlns:a16="http://schemas.microsoft.com/office/drawing/2014/main" id="{898E5D52-EF2B-43DA-95DC-4CAFF5B1354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92480" y="4234871"/>
            <a:ext cx="1929641" cy="1084213"/>
          </a:xfrm>
          <a:prstGeom prst="rect">
            <a:avLst/>
          </a:prstGeom>
        </p:spPr>
      </p:pic>
      <p:sp>
        <p:nvSpPr>
          <p:cNvPr id="15" name="TextBox 14">
            <a:extLst>
              <a:ext uri="{FF2B5EF4-FFF2-40B4-BE49-F238E27FC236}">
                <a16:creationId xmlns:a16="http://schemas.microsoft.com/office/drawing/2014/main" id="{BAEF3430-A058-463A-AB96-7C07E7123073}"/>
              </a:ext>
            </a:extLst>
          </p:cNvPr>
          <p:cNvSpPr txBox="1"/>
          <p:nvPr/>
        </p:nvSpPr>
        <p:spPr>
          <a:xfrm>
            <a:off x="-20946" y="5300777"/>
            <a:ext cx="21496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Diaries</a:t>
            </a:r>
          </a:p>
        </p:txBody>
      </p:sp>
      <p:sp>
        <p:nvSpPr>
          <p:cNvPr id="16" name="TextBox 15">
            <a:extLst>
              <a:ext uri="{FF2B5EF4-FFF2-40B4-BE49-F238E27FC236}">
                <a16:creationId xmlns:a16="http://schemas.microsoft.com/office/drawing/2014/main" id="{26AE9E38-CC14-4787-85D6-70B8F6AF59FF}"/>
              </a:ext>
            </a:extLst>
          </p:cNvPr>
          <p:cNvSpPr txBox="1"/>
          <p:nvPr/>
        </p:nvSpPr>
        <p:spPr>
          <a:xfrm>
            <a:off x="2282479" y="5343666"/>
            <a:ext cx="2149642"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Beneficiary photography</a:t>
            </a:r>
          </a:p>
        </p:txBody>
      </p:sp>
      <p:pic>
        <p:nvPicPr>
          <p:cNvPr id="1026" name="Picture 2" descr="Image result for social media">
            <a:extLst>
              <a:ext uri="{FF2B5EF4-FFF2-40B4-BE49-F238E27FC236}">
                <a16:creationId xmlns:a16="http://schemas.microsoft.com/office/drawing/2014/main" id="{D7240A7D-5E3C-4157-8D0F-0E7CF311C44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72879" y="4216090"/>
            <a:ext cx="2188267" cy="1234407"/>
          </a:xfrm>
          <a:prstGeom prst="roundRect">
            <a:avLst>
              <a:gd name="adj" fmla="val 8594"/>
            </a:avLst>
          </a:prstGeom>
          <a:solidFill>
            <a:srgbClr val="FFFFFF">
              <a:shade val="85000"/>
            </a:srgbClr>
          </a:solidFill>
          <a:ln>
            <a:noFill/>
          </a:ln>
          <a:effectLst/>
          <a:extLst/>
        </p:spPr>
      </p:pic>
      <p:sp>
        <p:nvSpPr>
          <p:cNvPr id="17" name="TextBox 16">
            <a:extLst>
              <a:ext uri="{FF2B5EF4-FFF2-40B4-BE49-F238E27FC236}">
                <a16:creationId xmlns:a16="http://schemas.microsoft.com/office/drawing/2014/main" id="{16714D70-269C-4154-B840-E254C25CF9DB}"/>
              </a:ext>
            </a:extLst>
          </p:cNvPr>
          <p:cNvSpPr txBox="1"/>
          <p:nvPr/>
        </p:nvSpPr>
        <p:spPr>
          <a:xfrm>
            <a:off x="4432121" y="5423827"/>
            <a:ext cx="21496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Social media</a:t>
            </a:r>
          </a:p>
        </p:txBody>
      </p:sp>
      <p:pic>
        <p:nvPicPr>
          <p:cNvPr id="1028" name="Picture 4" descr="https://media-public-2.canva.com/MAAgcPqvICk/1/screen.jpg">
            <a:extLst>
              <a:ext uri="{FF2B5EF4-FFF2-40B4-BE49-F238E27FC236}">
                <a16:creationId xmlns:a16="http://schemas.microsoft.com/office/drawing/2014/main" id="{049C8498-5531-4AE4-A99E-A77F419B84C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36088" y="3885779"/>
            <a:ext cx="1391192" cy="206883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8FD7AA17-80D4-42E6-B47A-A99E87FC8CC8}"/>
              </a:ext>
            </a:extLst>
          </p:cNvPr>
          <p:cNvSpPr txBox="1"/>
          <p:nvPr/>
        </p:nvSpPr>
        <p:spPr>
          <a:xfrm>
            <a:off x="6275250" y="5965653"/>
            <a:ext cx="2712867"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Art and creative approaches</a:t>
            </a:r>
          </a:p>
        </p:txBody>
      </p:sp>
      <p:sp>
        <p:nvSpPr>
          <p:cNvPr id="3" name="Right Brace 2">
            <a:extLst>
              <a:ext uri="{FF2B5EF4-FFF2-40B4-BE49-F238E27FC236}">
                <a16:creationId xmlns:a16="http://schemas.microsoft.com/office/drawing/2014/main" id="{8C0DC9DB-A41C-4AD0-B55F-1E8CF170DE2E}"/>
              </a:ext>
            </a:extLst>
          </p:cNvPr>
          <p:cNvSpPr/>
          <p:nvPr/>
        </p:nvSpPr>
        <p:spPr>
          <a:xfrm>
            <a:off x="8651927" y="774474"/>
            <a:ext cx="382859" cy="5900646"/>
          </a:xfrm>
          <a:prstGeom prst="rightBrace">
            <a:avLst/>
          </a:prstGeom>
          <a:ln w="25400">
            <a:solidFill>
              <a:schemeClr val="tx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cxnSp>
        <p:nvCxnSpPr>
          <p:cNvPr id="19" name="Straight Connector 18">
            <a:extLst>
              <a:ext uri="{FF2B5EF4-FFF2-40B4-BE49-F238E27FC236}">
                <a16:creationId xmlns:a16="http://schemas.microsoft.com/office/drawing/2014/main" id="{4B6CD34C-3DF3-48B7-862A-FA27A99F805C}"/>
              </a:ext>
            </a:extLst>
          </p:cNvPr>
          <p:cNvCxnSpPr/>
          <p:nvPr/>
        </p:nvCxnSpPr>
        <p:spPr>
          <a:xfrm>
            <a:off x="9377686" y="3724797"/>
            <a:ext cx="2606040" cy="0"/>
          </a:xfrm>
          <a:prstGeom prst="line">
            <a:avLst/>
          </a:prstGeom>
          <a:ln w="22225">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29802835-3FD4-4E77-9298-3A0AB32849A2}"/>
              </a:ext>
            </a:extLst>
          </p:cNvPr>
          <p:cNvSpPr/>
          <p:nvPr/>
        </p:nvSpPr>
        <p:spPr>
          <a:xfrm>
            <a:off x="9305791" y="1248153"/>
            <a:ext cx="2606040" cy="223139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Pre-existing tools, data and methodologies (e.g. Lean Data Acumen, Most Significant Change, Wellbeing Index)</a:t>
            </a:r>
          </a:p>
        </p:txBody>
      </p:sp>
      <p:sp>
        <p:nvSpPr>
          <p:cNvPr id="23" name="Rectangle: Rounded Corners 22">
            <a:extLst>
              <a:ext uri="{FF2B5EF4-FFF2-40B4-BE49-F238E27FC236}">
                <a16:creationId xmlns:a16="http://schemas.microsoft.com/office/drawing/2014/main" id="{94CBC552-CD05-40A2-A6C6-B685B53AA37D}"/>
              </a:ext>
            </a:extLst>
          </p:cNvPr>
          <p:cNvSpPr/>
          <p:nvPr/>
        </p:nvSpPr>
        <p:spPr>
          <a:xfrm>
            <a:off x="9377686" y="3804497"/>
            <a:ext cx="2606040" cy="223139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Bespoke self-developed tools and methodologies</a:t>
            </a:r>
          </a:p>
        </p:txBody>
      </p:sp>
    </p:spTree>
    <p:extLst>
      <p:ext uri="{BB962C8B-B14F-4D97-AF65-F5344CB8AC3E}">
        <p14:creationId xmlns:p14="http://schemas.microsoft.com/office/powerpoint/2010/main" val="109524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5" grpId="0"/>
      <p:bldP spid="16" grpId="0"/>
      <p:bldP spid="17" grpId="0"/>
      <p:bldP spid="18" grpId="0"/>
      <p:bldP spid="20"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6450-494D-4006-8097-C0D2BE96D646}"/>
              </a:ext>
            </a:extLst>
          </p:cNvPr>
          <p:cNvSpPr>
            <a:spLocks noGrp="1"/>
          </p:cNvSpPr>
          <p:nvPr>
            <p:ph type="title"/>
          </p:nvPr>
        </p:nvSpPr>
        <p:spPr>
          <a:xfrm>
            <a:off x="86360" y="121285"/>
            <a:ext cx="5725160" cy="793115"/>
          </a:xfrm>
        </p:spPr>
        <p:txBody>
          <a:bodyPr/>
          <a:lstStyle/>
          <a:p>
            <a:r>
              <a:rPr lang="en-GB" dirty="0"/>
              <a:t>Data Collection Planning</a:t>
            </a:r>
          </a:p>
        </p:txBody>
      </p:sp>
      <p:sp>
        <p:nvSpPr>
          <p:cNvPr id="4" name="Rectangle: Rounded Corners 3">
            <a:extLst>
              <a:ext uri="{FF2B5EF4-FFF2-40B4-BE49-F238E27FC236}">
                <a16:creationId xmlns:a16="http://schemas.microsoft.com/office/drawing/2014/main" id="{4C50B09C-D88E-4DE4-BBBD-7E07BD5F5E8D}"/>
              </a:ext>
            </a:extLst>
          </p:cNvPr>
          <p:cNvSpPr/>
          <p:nvPr/>
        </p:nvSpPr>
        <p:spPr>
          <a:xfrm>
            <a:off x="6095999" y="4852742"/>
            <a:ext cx="5907152" cy="1620249"/>
          </a:xfrm>
          <a:prstGeom prst="roundRect">
            <a:avLst/>
          </a:prstGeom>
          <a:solidFill>
            <a:schemeClr val="accent1">
              <a:alpha val="39000"/>
            </a:schemeClr>
          </a:solidFill>
          <a:ln>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636363">
                    <a:lumMod val="75000"/>
                  </a:srgbClr>
                </a:solidFill>
                <a:latin typeface="Gotham Book"/>
              </a:rPr>
              <a:t>The Data Collection Planning Tool gives a step by step exercise of how to plan your data collection activities and to think about your analysis. </a:t>
            </a:r>
          </a:p>
        </p:txBody>
      </p:sp>
      <p:pic>
        <p:nvPicPr>
          <p:cNvPr id="5" name="Picture 4">
            <a:extLst>
              <a:ext uri="{FF2B5EF4-FFF2-40B4-BE49-F238E27FC236}">
                <a16:creationId xmlns:a16="http://schemas.microsoft.com/office/drawing/2014/main" id="{D26B05F3-7ED4-4FA9-8143-152EAE589422}"/>
              </a:ext>
            </a:extLst>
          </p:cNvPr>
          <p:cNvPicPr>
            <a:picLocks noChangeAspect="1"/>
          </p:cNvPicPr>
          <p:nvPr/>
        </p:nvPicPr>
        <p:blipFill>
          <a:blip r:embed="rId2"/>
          <a:stretch>
            <a:fillRect/>
          </a:stretch>
        </p:blipFill>
        <p:spPr>
          <a:xfrm>
            <a:off x="382435" y="2011129"/>
            <a:ext cx="11427129" cy="2521172"/>
          </a:xfrm>
          <a:prstGeom prst="rect">
            <a:avLst/>
          </a:prstGeom>
        </p:spPr>
      </p:pic>
    </p:spTree>
    <p:extLst>
      <p:ext uri="{BB962C8B-B14F-4D97-AF65-F5344CB8AC3E}">
        <p14:creationId xmlns:p14="http://schemas.microsoft.com/office/powerpoint/2010/main" val="2374902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9979-402B-43F8-9428-80DA35C1CF4A}"/>
              </a:ext>
            </a:extLst>
          </p:cNvPr>
          <p:cNvSpPr>
            <a:spLocks noGrp="1"/>
          </p:cNvSpPr>
          <p:nvPr>
            <p:ph type="title"/>
          </p:nvPr>
        </p:nvSpPr>
        <p:spPr>
          <a:xfrm>
            <a:off x="137160" y="151765"/>
            <a:ext cx="10515600" cy="701675"/>
          </a:xfrm>
        </p:spPr>
        <p:txBody>
          <a:bodyPr/>
          <a:lstStyle/>
          <a:p>
            <a:r>
              <a:rPr lang="en-GB" dirty="0"/>
              <a:t>Wrap up</a:t>
            </a:r>
          </a:p>
        </p:txBody>
      </p:sp>
      <p:sp>
        <p:nvSpPr>
          <p:cNvPr id="3" name="Content Placeholder 2">
            <a:extLst>
              <a:ext uri="{FF2B5EF4-FFF2-40B4-BE49-F238E27FC236}">
                <a16:creationId xmlns:a16="http://schemas.microsoft.com/office/drawing/2014/main" id="{71665ACE-8322-499A-98DA-1BE9BBA779C0}"/>
              </a:ext>
            </a:extLst>
          </p:cNvPr>
          <p:cNvSpPr>
            <a:spLocks noGrp="1"/>
          </p:cNvSpPr>
          <p:nvPr>
            <p:ph idx="1"/>
          </p:nvPr>
        </p:nvSpPr>
        <p:spPr>
          <a:xfrm>
            <a:off x="3195320" y="1563053"/>
            <a:ext cx="5430520" cy="2511108"/>
          </a:xfrm>
        </p:spPr>
        <p:txBody>
          <a:bodyPr/>
          <a:lstStyle/>
          <a:p>
            <a:pPr algn="ctr"/>
            <a:r>
              <a:rPr lang="en-GB" dirty="0"/>
              <a:t>Any unanswered questions </a:t>
            </a:r>
          </a:p>
          <a:p>
            <a:pPr algn="ctr"/>
            <a:r>
              <a:rPr lang="en-GB" dirty="0"/>
              <a:t>Next steps agreed </a:t>
            </a:r>
          </a:p>
          <a:p>
            <a:pPr algn="ctr"/>
            <a:r>
              <a:rPr lang="en-GB" dirty="0"/>
              <a:t>Timelines agreed</a:t>
            </a:r>
          </a:p>
          <a:p>
            <a:pPr algn="ctr"/>
            <a:r>
              <a:rPr lang="en-GB"/>
              <a:t>Thank you</a:t>
            </a:r>
            <a:endParaRPr lang="en-GB" dirty="0"/>
          </a:p>
          <a:p>
            <a:pPr algn="ctr"/>
            <a:endParaRPr lang="en-GB" dirty="0"/>
          </a:p>
          <a:p>
            <a:pPr algn="ctr"/>
            <a:endParaRPr lang="en-GB" dirty="0"/>
          </a:p>
        </p:txBody>
      </p:sp>
    </p:spTree>
    <p:extLst>
      <p:ext uri="{BB962C8B-B14F-4D97-AF65-F5344CB8AC3E}">
        <p14:creationId xmlns:p14="http://schemas.microsoft.com/office/powerpoint/2010/main" val="3287450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877</Words>
  <Application>Microsoft Office PowerPoint</Application>
  <PresentationFormat>Widescreen</PresentationFormat>
  <Paragraphs>135</Paragraphs>
  <Slides>12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Franklin Gothic Book</vt:lpstr>
      <vt:lpstr>Gotham Book</vt:lpstr>
      <vt:lpstr>Office Theme</vt:lpstr>
      <vt:lpstr>Peckham Pantry Social Impact Workshop</vt:lpstr>
      <vt:lpstr>Agenda: 2nd July                            </vt:lpstr>
      <vt:lpstr>Stakeholder Analysis</vt:lpstr>
      <vt:lpstr>Define the problem </vt:lpstr>
      <vt:lpstr>Key problem frameworks to align to</vt:lpstr>
      <vt:lpstr>Social Value Proposition</vt:lpstr>
      <vt:lpstr>Theory of Change Development </vt:lpstr>
      <vt:lpstr>KPI Development</vt:lpstr>
      <vt:lpstr>Types of KPIs</vt:lpstr>
      <vt:lpstr>Choosing Approaches and Tools</vt:lpstr>
      <vt:lpstr>Data Collection Planning</vt:lpstr>
      <vt:lpstr>Wrap 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Peckham Pantry Social Impact Workshop</dc:title>
  <dc:creator>Josh Meek</dc:creator>
  <cp:lastModifiedBy>Josh Meek</cp:lastModifiedBy>
  <cp:revision>1</cp:revision>
  <dcterms:created xsi:type="dcterms:W3CDTF">2019-06-25T19:09:57Z</dcterms:created>
  <dcterms:modified xsi:type="dcterms:W3CDTF">2019-06-25T20:27:04Z</dcterms:modified>
</cp:coreProperties>
</file>