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0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77cc511c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77cc511cc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7cc511cc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77cc511cc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7cc511cc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7cc511cc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7cc511cc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7cc511cc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7cc511cc2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7cc511cc2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77cc511cc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77cc511cc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7cc511cc2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7cc511cc2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7cc511cc2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7cc511cc2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7cc511cc2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77cc511cc2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7cc511cc2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7cc511cc2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7cc511cc2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7cc511cc2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7cc511cc2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7cc511cc2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7cc511cc2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7cc511cc2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7cc511cc2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7cc511cc2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7cc511cc2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7cc511cc2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7cc511cc2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7cc511cc2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7cc511cc2_0_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7cc511cc2_0_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7cc511cc2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7cc511cc2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7cc511cc2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77cc511cc2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7cc511cc2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77cc511cc2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82625" y="1654150"/>
            <a:ext cx="4588200" cy="11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 b="1"/>
              <a:t>Product development process</a:t>
            </a:r>
            <a:endParaRPr sz="1700" b="1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 b="1"/>
              <a:t>Tracking tools</a:t>
            </a:r>
            <a:endParaRPr sz="17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698375" y="12803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1. User journey</a:t>
            </a:r>
            <a:endParaRPr b="1"/>
          </a:p>
        </p:txBody>
      </p:sp>
      <p:sp>
        <p:nvSpPr>
          <p:cNvPr id="60" name="Google Shape;60;p14"/>
          <p:cNvSpPr/>
          <p:nvPr/>
        </p:nvSpPr>
        <p:spPr>
          <a:xfrm>
            <a:off x="2637725" y="12803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2. Database fields</a:t>
            </a:r>
            <a:endParaRPr b="1"/>
          </a:p>
        </p:txBody>
      </p:sp>
      <p:sp>
        <p:nvSpPr>
          <p:cNvPr id="61" name="Google Shape;61;p14"/>
          <p:cNvSpPr/>
          <p:nvPr/>
        </p:nvSpPr>
        <p:spPr>
          <a:xfrm>
            <a:off x="4577075" y="12803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3. Draft designs</a:t>
            </a:r>
            <a:endParaRPr b="1"/>
          </a:p>
        </p:txBody>
      </p:sp>
      <p:sp>
        <p:nvSpPr>
          <p:cNvPr id="62" name="Google Shape;62;p14"/>
          <p:cNvSpPr/>
          <p:nvPr/>
        </p:nvSpPr>
        <p:spPr>
          <a:xfrm>
            <a:off x="6516425" y="12803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4. Style &amp; branding guidelines</a:t>
            </a:r>
            <a:endParaRPr b="1"/>
          </a:p>
        </p:txBody>
      </p:sp>
      <p:sp>
        <p:nvSpPr>
          <p:cNvPr id="63" name="Google Shape;63;p14"/>
          <p:cNvSpPr/>
          <p:nvPr/>
        </p:nvSpPr>
        <p:spPr>
          <a:xfrm>
            <a:off x="698375" y="248317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5. UX/UI</a:t>
            </a:r>
            <a:endParaRPr b="1"/>
          </a:p>
        </p:txBody>
      </p:sp>
      <p:sp>
        <p:nvSpPr>
          <p:cNvPr id="64" name="Google Shape;64;p14"/>
          <p:cNvSpPr/>
          <p:nvPr/>
        </p:nvSpPr>
        <p:spPr>
          <a:xfrm>
            <a:off x="2637725" y="248317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6. Development</a:t>
            </a:r>
            <a:endParaRPr b="1"/>
          </a:p>
        </p:txBody>
      </p:sp>
      <p:sp>
        <p:nvSpPr>
          <p:cNvPr id="65" name="Google Shape;65;p14"/>
          <p:cNvSpPr/>
          <p:nvPr/>
        </p:nvSpPr>
        <p:spPr>
          <a:xfrm>
            <a:off x="4577075" y="248317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7. Testing</a:t>
            </a:r>
            <a:endParaRPr b="1"/>
          </a:p>
        </p:txBody>
      </p:sp>
      <p:sp>
        <p:nvSpPr>
          <p:cNvPr id="66" name="Google Shape;66;p14"/>
          <p:cNvSpPr/>
          <p:nvPr/>
        </p:nvSpPr>
        <p:spPr>
          <a:xfrm>
            <a:off x="6516425" y="248317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8. Bug Fixing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649" y="659500"/>
            <a:ext cx="7792799" cy="439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15425" y="1695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1. User journey</a:t>
            </a:r>
            <a:endParaRPr b="1"/>
          </a:p>
        </p:txBody>
      </p:sp>
      <p:sp>
        <p:nvSpPr>
          <p:cNvPr id="73" name="Google Shape;73;p15"/>
          <p:cNvSpPr txBox="1"/>
          <p:nvPr/>
        </p:nvSpPr>
        <p:spPr>
          <a:xfrm>
            <a:off x="2913850" y="326000"/>
            <a:ext cx="30186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use draw.io (free), but you can also do it on a piece of paper.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152400" y="18162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2. Database fields</a:t>
            </a:r>
            <a:endParaRPr b="1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411843"/>
            <a:ext cx="9144001" cy="350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-2700" y="171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3. Draft designs</a:t>
            </a:r>
            <a:endParaRPr b="1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325" y="693900"/>
            <a:ext cx="8037749" cy="44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3;p15">
            <a:extLst>
              <a:ext uri="{FF2B5EF4-FFF2-40B4-BE49-F238E27FC236}">
                <a16:creationId xmlns:a16="http://schemas.microsoft.com/office/drawing/2014/main" id="{262256C3-FD63-4E22-9296-CF435F6E522B}"/>
              </a:ext>
            </a:extLst>
          </p:cNvPr>
          <p:cNvSpPr txBox="1"/>
          <p:nvPr/>
        </p:nvSpPr>
        <p:spPr>
          <a:xfrm>
            <a:off x="2889996" y="89875"/>
            <a:ext cx="30186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use </a:t>
            </a:r>
            <a:r>
              <a:rPr lang="en-GB" dirty="0"/>
              <a:t>Power Point to create these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-2700" y="1715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3. Draft designs</a:t>
            </a:r>
            <a:endParaRPr b="1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925" y="715425"/>
            <a:ext cx="8081412" cy="44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0" y="0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4. Style &amp; branding guidelines</a:t>
            </a:r>
            <a:endParaRPr b="1"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r="66633"/>
          <a:stretch/>
        </p:blipFill>
        <p:spPr>
          <a:xfrm>
            <a:off x="92050" y="1458925"/>
            <a:ext cx="11314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9288" y="188075"/>
            <a:ext cx="100012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6825" y="1580600"/>
            <a:ext cx="15906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4825" y="2239575"/>
            <a:ext cx="16192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7750" y="3308248"/>
            <a:ext cx="4318099" cy="14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l="53089"/>
          <a:stretch/>
        </p:blipFill>
        <p:spPr>
          <a:xfrm>
            <a:off x="1075000" y="1458925"/>
            <a:ext cx="1590675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5575" y="188075"/>
            <a:ext cx="2297375" cy="245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3006675" y="-55800"/>
            <a:ext cx="7050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Icons</a:t>
            </a:r>
            <a:endParaRPr b="1"/>
          </a:p>
        </p:txBody>
      </p:sp>
      <p:sp>
        <p:nvSpPr>
          <p:cNvPr id="105" name="Google Shape;105;p19"/>
          <p:cNvSpPr txBox="1"/>
          <p:nvPr/>
        </p:nvSpPr>
        <p:spPr>
          <a:xfrm>
            <a:off x="305275" y="1314025"/>
            <a:ext cx="9183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Colours</a:t>
            </a:r>
            <a:endParaRPr b="1"/>
          </a:p>
        </p:txBody>
      </p:sp>
      <p:sp>
        <p:nvSpPr>
          <p:cNvPr id="106" name="Google Shape;106;p19"/>
          <p:cNvSpPr txBox="1"/>
          <p:nvPr/>
        </p:nvSpPr>
        <p:spPr>
          <a:xfrm>
            <a:off x="3420150" y="1458925"/>
            <a:ext cx="10512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Buttons</a:t>
            </a:r>
            <a:endParaRPr b="1"/>
          </a:p>
        </p:txBody>
      </p:sp>
      <p:sp>
        <p:nvSpPr>
          <p:cNvPr id="107" name="Google Shape;107;p19"/>
          <p:cNvSpPr txBox="1"/>
          <p:nvPr/>
        </p:nvSpPr>
        <p:spPr>
          <a:xfrm>
            <a:off x="5274975" y="3163350"/>
            <a:ext cx="7050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Alerts</a:t>
            </a:r>
            <a:endParaRPr b="1"/>
          </a:p>
        </p:txBody>
      </p:sp>
      <p:sp>
        <p:nvSpPr>
          <p:cNvPr id="108" name="Google Shape;108;p19"/>
          <p:cNvSpPr txBox="1"/>
          <p:nvPr/>
        </p:nvSpPr>
        <p:spPr>
          <a:xfrm>
            <a:off x="6951763" y="89100"/>
            <a:ext cx="705000" cy="1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Fonts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167125" y="1460950"/>
            <a:ext cx="80655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most basic level, UI is made up of all the elements that enable someone to interact with a product or service. UX, on the other hand, is what the individual interacting with that product or service takes away from the entire experience.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 Norman and Jakob Nielsen summed it up nicely when they said: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important to distinguish the total user experience from the user interface (UI), even though the UI is obviously an extremely important part of the design. As an example, consider a website with movie reviews. Even if the UI for finding a film is perfect, the UX will be poor for a user who wants information about a small independent release if the underlying database only contains movies from the major studios.</a:t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167125" y="15292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5. UX/UI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167125" y="15292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5. UX/UI</a:t>
            </a:r>
            <a:endParaRPr b="1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7350" y="0"/>
            <a:ext cx="571360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366250" y="1702425"/>
            <a:ext cx="15816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design of the previous draft.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t="4085"/>
          <a:stretch/>
        </p:blipFill>
        <p:spPr>
          <a:xfrm>
            <a:off x="152400" y="731150"/>
            <a:ext cx="8426300" cy="464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/>
          <p:nvPr/>
        </p:nvSpPr>
        <p:spPr>
          <a:xfrm>
            <a:off x="-61475" y="-7567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5. UX/UI</a:t>
            </a:r>
            <a:endParaRPr b="1"/>
          </a:p>
        </p:txBody>
      </p:sp>
      <p:sp>
        <p:nvSpPr>
          <p:cNvPr id="128" name="Google Shape;128;p22"/>
          <p:cNvSpPr txBox="1"/>
          <p:nvPr/>
        </p:nvSpPr>
        <p:spPr>
          <a:xfrm>
            <a:off x="2527475" y="193175"/>
            <a:ext cx="58680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Invision and Figma are the most popular systems for UI designs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186725" y="8047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6. Development</a:t>
            </a:r>
            <a:endParaRPr b="1"/>
          </a:p>
        </p:txBody>
      </p:sp>
      <p:sp>
        <p:nvSpPr>
          <p:cNvPr id="134" name="Google Shape;134;p23"/>
          <p:cNvSpPr txBox="1"/>
          <p:nvPr/>
        </p:nvSpPr>
        <p:spPr>
          <a:xfrm>
            <a:off x="1006150" y="1545475"/>
            <a:ext cx="63027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In-house developers vs Outsourced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the project manager? The one communicating with the developers?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should serve customer needs, not define them.</a:t>
            </a:r>
            <a:endParaRPr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/>
          <p:nvPr/>
        </p:nvSpPr>
        <p:spPr>
          <a:xfrm>
            <a:off x="158000" y="9252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7. Testing</a:t>
            </a:r>
            <a:endParaRPr b="1"/>
          </a:p>
        </p:txBody>
      </p:sp>
      <p:sp>
        <p:nvSpPr>
          <p:cNvPr id="140" name="Google Shape;140;p24"/>
          <p:cNvSpPr/>
          <p:nvPr/>
        </p:nvSpPr>
        <p:spPr>
          <a:xfrm>
            <a:off x="2097350" y="92525"/>
            <a:ext cx="1845600" cy="9081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8. Bug Fixing</a:t>
            </a:r>
            <a:endParaRPr b="1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700" y="347925"/>
            <a:ext cx="4896250" cy="4447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873350" y="374300"/>
            <a:ext cx="3972300" cy="10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What do you want to track?</a:t>
            </a: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Site speed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Search terms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Bounce rate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How long they stay on the site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Where do they click?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What devices/ browsers they are using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Traffic sources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Main tools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Search Console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Hotjar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tag manager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A/B Testing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450" y="92025"/>
            <a:ext cx="417649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354175" y="253550"/>
            <a:ext cx="18111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Hotjar Heatmap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00" y="1830675"/>
            <a:ext cx="8839197" cy="23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3251925" y="350150"/>
            <a:ext cx="18111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Hotjar Funnel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5650"/>
            <a:ext cx="8839199" cy="343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2213550" y="362225"/>
            <a:ext cx="35979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 - Traffic sources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50" y="1359775"/>
            <a:ext cx="8839201" cy="359165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/>
        </p:nvSpPr>
        <p:spPr>
          <a:xfrm>
            <a:off x="2213550" y="362225"/>
            <a:ext cx="53850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 - Google searches that led to the website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1375"/>
            <a:ext cx="8839201" cy="3889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2213550" y="362225"/>
            <a:ext cx="53850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 - Searches on our website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00" y="925125"/>
            <a:ext cx="8839200" cy="402414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/>
          <p:nvPr/>
        </p:nvSpPr>
        <p:spPr>
          <a:xfrm>
            <a:off x="2213550" y="362225"/>
            <a:ext cx="53850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 - Browsers used to access our website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2875"/>
            <a:ext cx="8839202" cy="400063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 txBox="1"/>
          <p:nvPr/>
        </p:nvSpPr>
        <p:spPr>
          <a:xfrm>
            <a:off x="2213550" y="362225"/>
            <a:ext cx="53850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 - </a:t>
            </a:r>
            <a:r>
              <a:rPr lang="en">
                <a:solidFill>
                  <a:schemeClr val="dk1"/>
                </a:solidFill>
              </a:rPr>
              <a:t>Devices used to access our website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2450"/>
            <a:ext cx="8839199" cy="368690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 txBox="1"/>
          <p:nvPr/>
        </p:nvSpPr>
        <p:spPr>
          <a:xfrm>
            <a:off x="2563675" y="338075"/>
            <a:ext cx="53850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analytics - </a:t>
            </a:r>
            <a:r>
              <a:rPr lang="en">
                <a:solidFill>
                  <a:schemeClr val="dk1"/>
                </a:solidFill>
              </a:rPr>
              <a:t>Behaviour 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On-screen Show (16:9)</PresentationFormat>
  <Paragraphs>64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Konstantine</dc:creator>
  <cp:lastModifiedBy>Constantine Karampatsos</cp:lastModifiedBy>
  <cp:revision>2</cp:revision>
  <dcterms:modified xsi:type="dcterms:W3CDTF">2020-05-12T11:39:47Z</dcterms:modified>
</cp:coreProperties>
</file>