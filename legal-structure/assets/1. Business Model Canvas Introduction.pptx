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944" y="-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11/09/2014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11/09/2014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11/09/2014</a:t>
            </a:fld>
            <a:endParaRPr lang="en-US" smtClean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11/09/2014</a:t>
            </a:fld>
            <a:endParaRPr lang="en-US" smtClean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84276"/>
            <a:ext cx="9143999" cy="5413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11/09/2014</a:t>
            </a:fld>
            <a:endParaRPr lang="en-US" smtClean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420" y="571627"/>
            <a:ext cx="7433159" cy="64764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8926" y="1808860"/>
            <a:ext cx="8186147" cy="353161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11/09/2014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486" y="1855470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21486" y="1855470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27530" y="1890140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71866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71866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79434" y="188836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15790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5790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22978" y="188836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11646" y="3806190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11646" y="3806190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18579" y="3841495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11646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1646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18579" y="188836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11646" y="4935473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11646" y="4935473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18579" y="497103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64358" y="3806190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64357" y="3806190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70402" y="3841495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64357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64357" y="185452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70402" y="188836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64358" y="4935473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64357" y="4935473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970402" y="497103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85594" y="6342888"/>
            <a:ext cx="4736719" cy="114300"/>
          </a:xfrm>
          <a:custGeom>
            <a:avLst/>
            <a:gdLst/>
            <a:ahLst/>
            <a:cxnLst/>
            <a:rect l="l" t="t" r="r" b="b"/>
            <a:pathLst>
              <a:path w="473671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4736719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4736719" h="114300">
                <a:moveTo>
                  <a:pt x="24765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247650" y="76200"/>
                </a:lnTo>
                <a:lnTo>
                  <a:pt x="247650" y="38100"/>
                </a:lnTo>
                <a:close/>
              </a:path>
              <a:path w="4736719" h="114300">
                <a:moveTo>
                  <a:pt x="514350" y="38100"/>
                </a:moveTo>
                <a:lnTo>
                  <a:pt x="361950" y="38100"/>
                </a:lnTo>
                <a:lnTo>
                  <a:pt x="361950" y="76200"/>
                </a:lnTo>
                <a:lnTo>
                  <a:pt x="514350" y="76200"/>
                </a:lnTo>
                <a:lnTo>
                  <a:pt x="514350" y="38100"/>
                </a:lnTo>
                <a:close/>
              </a:path>
              <a:path w="4736719" h="114300">
                <a:moveTo>
                  <a:pt x="781050" y="38100"/>
                </a:moveTo>
                <a:lnTo>
                  <a:pt x="628650" y="38100"/>
                </a:lnTo>
                <a:lnTo>
                  <a:pt x="628650" y="76200"/>
                </a:lnTo>
                <a:lnTo>
                  <a:pt x="781050" y="76200"/>
                </a:lnTo>
                <a:lnTo>
                  <a:pt x="781050" y="38100"/>
                </a:lnTo>
                <a:close/>
              </a:path>
              <a:path w="4736719" h="114300">
                <a:moveTo>
                  <a:pt x="1047750" y="38100"/>
                </a:moveTo>
                <a:lnTo>
                  <a:pt x="895350" y="38100"/>
                </a:lnTo>
                <a:lnTo>
                  <a:pt x="895350" y="76200"/>
                </a:lnTo>
                <a:lnTo>
                  <a:pt x="1047750" y="76200"/>
                </a:lnTo>
                <a:lnTo>
                  <a:pt x="1047750" y="38100"/>
                </a:lnTo>
                <a:close/>
              </a:path>
              <a:path w="4736719" h="114300">
                <a:moveTo>
                  <a:pt x="1314450" y="38100"/>
                </a:moveTo>
                <a:lnTo>
                  <a:pt x="1162050" y="38100"/>
                </a:lnTo>
                <a:lnTo>
                  <a:pt x="1162050" y="76200"/>
                </a:lnTo>
                <a:lnTo>
                  <a:pt x="1314450" y="76200"/>
                </a:lnTo>
                <a:lnTo>
                  <a:pt x="1314450" y="38100"/>
                </a:lnTo>
                <a:close/>
              </a:path>
              <a:path w="4736719" h="114300">
                <a:moveTo>
                  <a:pt x="1581150" y="38100"/>
                </a:moveTo>
                <a:lnTo>
                  <a:pt x="1428750" y="38100"/>
                </a:lnTo>
                <a:lnTo>
                  <a:pt x="1428750" y="76200"/>
                </a:lnTo>
                <a:lnTo>
                  <a:pt x="1581150" y="76200"/>
                </a:lnTo>
                <a:lnTo>
                  <a:pt x="1581150" y="38100"/>
                </a:lnTo>
                <a:close/>
              </a:path>
              <a:path w="4736719" h="114300">
                <a:moveTo>
                  <a:pt x="1847850" y="38100"/>
                </a:moveTo>
                <a:lnTo>
                  <a:pt x="1695450" y="38100"/>
                </a:lnTo>
                <a:lnTo>
                  <a:pt x="1695450" y="76200"/>
                </a:lnTo>
                <a:lnTo>
                  <a:pt x="1847850" y="76200"/>
                </a:lnTo>
                <a:lnTo>
                  <a:pt x="1847850" y="38100"/>
                </a:lnTo>
                <a:close/>
              </a:path>
              <a:path w="4736719" h="114300">
                <a:moveTo>
                  <a:pt x="2114550" y="38100"/>
                </a:moveTo>
                <a:lnTo>
                  <a:pt x="1962150" y="38100"/>
                </a:lnTo>
                <a:lnTo>
                  <a:pt x="1962150" y="76200"/>
                </a:lnTo>
                <a:lnTo>
                  <a:pt x="2114550" y="76200"/>
                </a:lnTo>
                <a:lnTo>
                  <a:pt x="2114550" y="38100"/>
                </a:lnTo>
                <a:close/>
              </a:path>
              <a:path w="4736719" h="114300">
                <a:moveTo>
                  <a:pt x="2381250" y="38100"/>
                </a:moveTo>
                <a:lnTo>
                  <a:pt x="2228850" y="38100"/>
                </a:lnTo>
                <a:lnTo>
                  <a:pt x="2228850" y="76200"/>
                </a:lnTo>
                <a:lnTo>
                  <a:pt x="2381250" y="76200"/>
                </a:lnTo>
                <a:lnTo>
                  <a:pt x="2381250" y="38100"/>
                </a:lnTo>
                <a:close/>
              </a:path>
              <a:path w="4736719" h="114300">
                <a:moveTo>
                  <a:pt x="2647950" y="38100"/>
                </a:moveTo>
                <a:lnTo>
                  <a:pt x="2495550" y="38100"/>
                </a:lnTo>
                <a:lnTo>
                  <a:pt x="2495550" y="76200"/>
                </a:lnTo>
                <a:lnTo>
                  <a:pt x="2647950" y="76200"/>
                </a:lnTo>
                <a:lnTo>
                  <a:pt x="2647950" y="38100"/>
                </a:lnTo>
                <a:close/>
              </a:path>
              <a:path w="4736719" h="114300">
                <a:moveTo>
                  <a:pt x="2914650" y="38100"/>
                </a:moveTo>
                <a:lnTo>
                  <a:pt x="2762250" y="38100"/>
                </a:lnTo>
                <a:lnTo>
                  <a:pt x="2762250" y="76200"/>
                </a:lnTo>
                <a:lnTo>
                  <a:pt x="2914650" y="76200"/>
                </a:lnTo>
                <a:lnTo>
                  <a:pt x="2914650" y="38100"/>
                </a:lnTo>
                <a:close/>
              </a:path>
              <a:path w="4736719" h="114300">
                <a:moveTo>
                  <a:pt x="3181350" y="38100"/>
                </a:moveTo>
                <a:lnTo>
                  <a:pt x="3028950" y="38100"/>
                </a:lnTo>
                <a:lnTo>
                  <a:pt x="3028950" y="76200"/>
                </a:lnTo>
                <a:lnTo>
                  <a:pt x="3181350" y="76200"/>
                </a:lnTo>
                <a:lnTo>
                  <a:pt x="3181350" y="38100"/>
                </a:lnTo>
                <a:close/>
              </a:path>
              <a:path w="4736719" h="114300">
                <a:moveTo>
                  <a:pt x="3448050" y="38100"/>
                </a:moveTo>
                <a:lnTo>
                  <a:pt x="3295650" y="38100"/>
                </a:lnTo>
                <a:lnTo>
                  <a:pt x="3295650" y="76200"/>
                </a:lnTo>
                <a:lnTo>
                  <a:pt x="3448050" y="76200"/>
                </a:lnTo>
                <a:lnTo>
                  <a:pt x="3448050" y="38100"/>
                </a:lnTo>
                <a:close/>
              </a:path>
              <a:path w="4736719" h="114300">
                <a:moveTo>
                  <a:pt x="3714750" y="38100"/>
                </a:moveTo>
                <a:lnTo>
                  <a:pt x="3562350" y="38100"/>
                </a:lnTo>
                <a:lnTo>
                  <a:pt x="3562350" y="76200"/>
                </a:lnTo>
                <a:lnTo>
                  <a:pt x="3714750" y="76200"/>
                </a:lnTo>
                <a:lnTo>
                  <a:pt x="3714750" y="38100"/>
                </a:lnTo>
                <a:close/>
              </a:path>
              <a:path w="4736719" h="114300">
                <a:moveTo>
                  <a:pt x="3981450" y="38100"/>
                </a:moveTo>
                <a:lnTo>
                  <a:pt x="3829050" y="38100"/>
                </a:lnTo>
                <a:lnTo>
                  <a:pt x="3829050" y="76200"/>
                </a:lnTo>
                <a:lnTo>
                  <a:pt x="3981450" y="76200"/>
                </a:lnTo>
                <a:lnTo>
                  <a:pt x="3981450" y="38100"/>
                </a:lnTo>
                <a:close/>
              </a:path>
              <a:path w="4736719" h="114300">
                <a:moveTo>
                  <a:pt x="4248150" y="38100"/>
                </a:moveTo>
                <a:lnTo>
                  <a:pt x="4095750" y="38100"/>
                </a:lnTo>
                <a:lnTo>
                  <a:pt x="4095750" y="76200"/>
                </a:lnTo>
                <a:lnTo>
                  <a:pt x="4248150" y="76200"/>
                </a:lnTo>
                <a:lnTo>
                  <a:pt x="4248150" y="38100"/>
                </a:lnTo>
                <a:close/>
              </a:path>
              <a:path w="4736719" h="114300">
                <a:moveTo>
                  <a:pt x="4514850" y="38100"/>
                </a:moveTo>
                <a:lnTo>
                  <a:pt x="4362450" y="38100"/>
                </a:lnTo>
                <a:lnTo>
                  <a:pt x="4362450" y="76200"/>
                </a:lnTo>
                <a:lnTo>
                  <a:pt x="4514850" y="76200"/>
                </a:lnTo>
                <a:lnTo>
                  <a:pt x="4514850" y="38100"/>
                </a:lnTo>
                <a:close/>
              </a:path>
              <a:path w="4736719" h="114300">
                <a:moveTo>
                  <a:pt x="4622419" y="0"/>
                </a:moveTo>
                <a:lnTo>
                  <a:pt x="4622419" y="114300"/>
                </a:lnTo>
                <a:lnTo>
                  <a:pt x="4698619" y="76200"/>
                </a:lnTo>
                <a:lnTo>
                  <a:pt x="4629150" y="76200"/>
                </a:lnTo>
                <a:lnTo>
                  <a:pt x="4629150" y="38100"/>
                </a:lnTo>
                <a:lnTo>
                  <a:pt x="4698619" y="38100"/>
                </a:lnTo>
                <a:lnTo>
                  <a:pt x="4622419" y="0"/>
                </a:lnTo>
                <a:close/>
              </a:path>
              <a:path w="4736719" h="114300">
                <a:moveTo>
                  <a:pt x="4641469" y="38100"/>
                </a:moveTo>
                <a:lnTo>
                  <a:pt x="4629150" y="38100"/>
                </a:lnTo>
                <a:lnTo>
                  <a:pt x="4629150" y="76200"/>
                </a:lnTo>
                <a:lnTo>
                  <a:pt x="4641469" y="76200"/>
                </a:lnTo>
                <a:lnTo>
                  <a:pt x="4641469" y="38100"/>
                </a:lnTo>
                <a:close/>
              </a:path>
              <a:path w="4736719" h="114300">
                <a:moveTo>
                  <a:pt x="4698619" y="38100"/>
                </a:moveTo>
                <a:lnTo>
                  <a:pt x="4641469" y="38100"/>
                </a:lnTo>
                <a:lnTo>
                  <a:pt x="4641469" y="76200"/>
                </a:lnTo>
                <a:lnTo>
                  <a:pt x="4698619" y="76200"/>
                </a:lnTo>
                <a:lnTo>
                  <a:pt x="4736719" y="57150"/>
                </a:lnTo>
                <a:lnTo>
                  <a:pt x="4698619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50163" y="6241999"/>
            <a:ext cx="925830" cy="2990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55" dirty="0" smtClean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800" b="1" spc="-10" dirty="0" smtClean="0">
                <a:solidFill>
                  <a:srgbClr val="7E7E7E"/>
                </a:solidFill>
                <a:latin typeface="Calibri"/>
                <a:cs typeface="Calibri"/>
              </a:rPr>
              <a:t>ff</a:t>
            </a:r>
            <a:r>
              <a:rPr sz="1800" b="1" spc="0" dirty="0" smtClean="0">
                <a:solidFill>
                  <a:srgbClr val="7E7E7E"/>
                </a:solidFill>
                <a:latin typeface="Calibri"/>
                <a:cs typeface="Calibri"/>
              </a:rPr>
              <a:t>ici</a:t>
            </a:r>
            <a:r>
              <a:rPr sz="1800" b="1" spc="5" dirty="0" smtClean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r>
              <a:rPr sz="1800" b="1" spc="0" dirty="0" smtClean="0">
                <a:solidFill>
                  <a:srgbClr val="7E7E7E"/>
                </a:solidFill>
                <a:latin typeface="Calibri"/>
                <a:cs typeface="Calibri"/>
              </a:rPr>
              <a:t>n</a:t>
            </a:r>
            <a:r>
              <a:rPr sz="1800" b="1" spc="5" dirty="0" smtClean="0">
                <a:solidFill>
                  <a:srgbClr val="7E7E7E"/>
                </a:solidFill>
                <a:latin typeface="Calibri"/>
                <a:cs typeface="Calibri"/>
              </a:rPr>
              <a:t>c</a:t>
            </a:r>
            <a:r>
              <a:rPr sz="1800" b="1" spc="0" dirty="0" smtClean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1825" y="6241999"/>
            <a:ext cx="556260" cy="2990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95" dirty="0" smtClean="0">
                <a:solidFill>
                  <a:srgbClr val="7E7E7E"/>
                </a:solidFill>
                <a:latin typeface="Calibri"/>
                <a:cs typeface="Calibri"/>
              </a:rPr>
              <a:t>V</a:t>
            </a:r>
            <a:r>
              <a:rPr sz="1800" b="1" spc="0" dirty="0" smtClean="0">
                <a:solidFill>
                  <a:srgbClr val="7E7E7E"/>
                </a:solidFill>
                <a:latin typeface="Calibri"/>
                <a:cs typeface="Calibri"/>
              </a:rPr>
              <a:t>alue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35290" y="1349502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35290" y="1349502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19883" y="2058923"/>
            <a:ext cx="4905756" cy="2339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5311" y="2054351"/>
            <a:ext cx="4914899" cy="2348484"/>
          </a:xfrm>
          <a:custGeom>
            <a:avLst/>
            <a:gdLst/>
            <a:ahLst/>
            <a:cxnLst/>
            <a:rect l="l" t="t" r="r" b="b"/>
            <a:pathLst>
              <a:path w="4914900" h="2348484">
                <a:moveTo>
                  <a:pt x="0" y="2348484"/>
                </a:moveTo>
                <a:lnTo>
                  <a:pt x="4914899" y="2348484"/>
                </a:lnTo>
                <a:lnTo>
                  <a:pt x="4914899" y="0"/>
                </a:lnTo>
                <a:lnTo>
                  <a:pt x="0" y="0"/>
                </a:lnTo>
                <a:lnTo>
                  <a:pt x="0" y="234848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28409" y="2186758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28409" y="2186758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7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35597" y="1385061"/>
            <a:ext cx="1835150" cy="11023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2700" algn="r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650"/>
              </a:lnSpc>
              <a:spcBef>
                <a:spcPts val="9"/>
              </a:spcBef>
            </a:pPr>
            <a:endParaRPr sz="6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600" b="1" dirty="0" smtClean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6459" y="3466972"/>
            <a:ext cx="1774189" cy="6908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100" i="1" dirty="0" smtClean="0">
                <a:latin typeface="Calibri"/>
                <a:cs typeface="Calibri"/>
              </a:rPr>
              <a:t>Peo</a:t>
            </a:r>
            <a:r>
              <a:rPr sz="1100" i="1" spc="-10" dirty="0" smtClean="0">
                <a:latin typeface="Calibri"/>
                <a:cs typeface="Calibri"/>
              </a:rPr>
              <a:t>p</a:t>
            </a:r>
            <a:r>
              <a:rPr sz="1100" i="1" spc="0" dirty="0" smtClean="0">
                <a:latin typeface="Calibri"/>
                <a:cs typeface="Calibri"/>
              </a:rPr>
              <a:t>le</a:t>
            </a:r>
            <a:r>
              <a:rPr sz="1100" i="1" spc="-2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or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org</a:t>
            </a:r>
            <a:r>
              <a:rPr sz="1100" i="1" spc="-5" dirty="0" smtClean="0">
                <a:latin typeface="Calibri"/>
                <a:cs typeface="Calibri"/>
              </a:rPr>
              <a:t>an</a:t>
            </a:r>
            <a:r>
              <a:rPr sz="1100" i="1" spc="0" dirty="0" smtClean="0">
                <a:latin typeface="Calibri"/>
                <a:cs typeface="Calibri"/>
              </a:rPr>
              <a:t>isati</a:t>
            </a:r>
            <a:r>
              <a:rPr sz="1100" i="1" spc="-5" dirty="0" smtClean="0">
                <a:latin typeface="Calibri"/>
                <a:cs typeface="Calibri"/>
              </a:rPr>
              <a:t>o</a:t>
            </a:r>
            <a:r>
              <a:rPr sz="1100" i="1" spc="-20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  <a:p>
            <a:pPr marL="12700" marR="12700">
              <a:lnSpc>
                <a:spcPct val="100000"/>
              </a:lnSpc>
            </a:pPr>
            <a:r>
              <a:rPr sz="1100" i="1" dirty="0" smtClean="0">
                <a:latin typeface="Calibri"/>
                <a:cs typeface="Calibri"/>
              </a:rPr>
              <a:t>Free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se</a:t>
            </a:r>
            <a:r>
              <a:rPr sz="1100" i="1" spc="5" dirty="0" smtClean="0">
                <a:latin typeface="Calibri"/>
                <a:cs typeface="Calibri"/>
              </a:rPr>
              <a:t>r</a:t>
            </a:r>
            <a:r>
              <a:rPr sz="1100" i="1" spc="0" dirty="0" smtClean="0">
                <a:latin typeface="Calibri"/>
                <a:cs typeface="Calibri"/>
              </a:rPr>
              <a:t>s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or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pa</a:t>
            </a:r>
            <a:r>
              <a:rPr sz="1100" i="1" spc="0" dirty="0" smtClean="0">
                <a:latin typeface="Calibri"/>
                <a:cs typeface="Calibri"/>
              </a:rPr>
              <a:t>y</a:t>
            </a:r>
            <a:r>
              <a:rPr sz="1100" i="1" spc="-5" dirty="0" smtClean="0">
                <a:latin typeface="Calibri"/>
                <a:cs typeface="Calibri"/>
              </a:rPr>
              <a:t>in</a:t>
            </a:r>
            <a:r>
              <a:rPr sz="1100" i="1" spc="0" dirty="0" smtClean="0">
                <a:latin typeface="Calibri"/>
                <a:cs typeface="Calibri"/>
              </a:rPr>
              <a:t>g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10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stome</a:t>
            </a:r>
            <a:r>
              <a:rPr sz="1100" i="1" spc="5" dirty="0" smtClean="0">
                <a:latin typeface="Calibri"/>
                <a:cs typeface="Calibri"/>
              </a:rPr>
              <a:t>r</a:t>
            </a:r>
            <a:r>
              <a:rPr sz="1100" i="1" spc="0" dirty="0" smtClean="0">
                <a:latin typeface="Calibri"/>
                <a:cs typeface="Calibri"/>
              </a:rPr>
              <a:t>s Is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there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suff</a:t>
            </a:r>
            <a:r>
              <a:rPr sz="1100" i="1" spc="-5" dirty="0" smtClean="0">
                <a:latin typeface="Calibri"/>
                <a:cs typeface="Calibri"/>
              </a:rPr>
              <a:t>i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5" dirty="0" smtClean="0">
                <a:latin typeface="Calibri"/>
                <a:cs typeface="Calibri"/>
              </a:rPr>
              <a:t>i</a:t>
            </a:r>
            <a:r>
              <a:rPr sz="1100" i="1" spc="0" dirty="0" smtClean="0">
                <a:latin typeface="Calibri"/>
                <a:cs typeface="Calibri"/>
              </a:rPr>
              <a:t>ent</a:t>
            </a:r>
            <a:r>
              <a:rPr sz="1100" i="1" spc="-2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sco</a:t>
            </a:r>
            <a:r>
              <a:rPr sz="1100" i="1" spc="-10" dirty="0" smtClean="0">
                <a:latin typeface="Calibri"/>
                <a:cs typeface="Calibri"/>
              </a:rPr>
              <a:t>p</a:t>
            </a:r>
            <a:r>
              <a:rPr sz="1100" i="1" spc="0" dirty="0" smtClean="0">
                <a:latin typeface="Calibri"/>
                <a:cs typeface="Calibri"/>
              </a:rPr>
              <a:t>e sc</a:t>
            </a:r>
            <a:r>
              <a:rPr sz="1100" i="1" spc="-10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le? Wh</a:t>
            </a:r>
            <a:r>
              <a:rPr sz="1100" i="1" spc="-10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t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is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the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eed?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5790" y="14887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15790" y="14887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2978" y="152260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63624" y="2080260"/>
            <a:ext cx="5996939" cy="2621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9052" y="2075688"/>
            <a:ext cx="6006084" cy="2630424"/>
          </a:xfrm>
          <a:custGeom>
            <a:avLst/>
            <a:gdLst/>
            <a:ahLst/>
            <a:cxnLst/>
            <a:rect l="l" t="t" r="r" b="b"/>
            <a:pathLst>
              <a:path w="6006084" h="2630424">
                <a:moveTo>
                  <a:pt x="0" y="2630424"/>
                </a:moveTo>
                <a:lnTo>
                  <a:pt x="6006084" y="2630424"/>
                </a:lnTo>
                <a:lnTo>
                  <a:pt x="6006084" y="0"/>
                </a:lnTo>
                <a:lnTo>
                  <a:pt x="0" y="0"/>
                </a:lnTo>
                <a:lnTo>
                  <a:pt x="0" y="2630424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77406" y="3220973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7406" y="3220973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7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85229" y="3256915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08470" y="3550158"/>
            <a:ext cx="344423" cy="338327"/>
          </a:xfrm>
          <a:custGeom>
            <a:avLst/>
            <a:gdLst/>
            <a:ahLst/>
            <a:cxnLst/>
            <a:rect l="l" t="t" r="r" b="b"/>
            <a:pathLst>
              <a:path w="344423" h="338327">
                <a:moveTo>
                  <a:pt x="172094" y="0"/>
                </a:moveTo>
                <a:lnTo>
                  <a:pt x="128643" y="5456"/>
                </a:lnTo>
                <a:lnTo>
                  <a:pt x="89284" y="20856"/>
                </a:lnTo>
                <a:lnTo>
                  <a:pt x="55410" y="44833"/>
                </a:lnTo>
                <a:lnTo>
                  <a:pt x="28415" y="76021"/>
                </a:lnTo>
                <a:lnTo>
                  <a:pt x="9690" y="113055"/>
                </a:lnTo>
                <a:lnTo>
                  <a:pt x="631" y="154567"/>
                </a:lnTo>
                <a:lnTo>
                  <a:pt x="0" y="169520"/>
                </a:lnTo>
                <a:lnTo>
                  <a:pt x="660" y="184097"/>
                </a:lnTo>
                <a:lnTo>
                  <a:pt x="9791" y="225545"/>
                </a:lnTo>
                <a:lnTo>
                  <a:pt x="28569" y="262513"/>
                </a:lnTo>
                <a:lnTo>
                  <a:pt x="55612" y="293638"/>
                </a:lnTo>
                <a:lnTo>
                  <a:pt x="89537" y="317557"/>
                </a:lnTo>
                <a:lnTo>
                  <a:pt x="128962" y="332908"/>
                </a:lnTo>
                <a:lnTo>
                  <a:pt x="172503" y="338327"/>
                </a:lnTo>
                <a:lnTo>
                  <a:pt x="187343" y="337684"/>
                </a:lnTo>
                <a:lnTo>
                  <a:pt x="229546" y="328730"/>
                </a:lnTo>
                <a:lnTo>
                  <a:pt x="267194" y="310298"/>
                </a:lnTo>
                <a:lnTo>
                  <a:pt x="298896" y="283745"/>
                </a:lnTo>
                <a:lnTo>
                  <a:pt x="323262" y="250431"/>
                </a:lnTo>
                <a:lnTo>
                  <a:pt x="338901" y="211713"/>
                </a:lnTo>
                <a:lnTo>
                  <a:pt x="344423" y="168952"/>
                </a:lnTo>
                <a:lnTo>
                  <a:pt x="343774" y="154365"/>
                </a:lnTo>
                <a:lnTo>
                  <a:pt x="334670" y="112884"/>
                </a:lnTo>
                <a:lnTo>
                  <a:pt x="315910" y="75885"/>
                </a:lnTo>
                <a:lnTo>
                  <a:pt x="288883" y="44732"/>
                </a:lnTo>
                <a:lnTo>
                  <a:pt x="254980" y="20790"/>
                </a:lnTo>
                <a:lnTo>
                  <a:pt x="215587" y="5425"/>
                </a:lnTo>
                <a:lnTo>
                  <a:pt x="17209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8469" y="3550158"/>
            <a:ext cx="344423" cy="338327"/>
          </a:xfrm>
          <a:custGeom>
            <a:avLst/>
            <a:gdLst/>
            <a:ahLst/>
            <a:cxnLst/>
            <a:rect l="l" t="t" r="r" b="b"/>
            <a:pathLst>
              <a:path w="344423" h="338327">
                <a:moveTo>
                  <a:pt x="0" y="169163"/>
                </a:moveTo>
                <a:lnTo>
                  <a:pt x="5528" y="126462"/>
                </a:lnTo>
                <a:lnTo>
                  <a:pt x="21186" y="87784"/>
                </a:lnTo>
                <a:lnTo>
                  <a:pt x="45579" y="54495"/>
                </a:lnTo>
                <a:lnTo>
                  <a:pt x="77315" y="27963"/>
                </a:lnTo>
                <a:lnTo>
                  <a:pt x="115000" y="9552"/>
                </a:lnTo>
                <a:lnTo>
                  <a:pt x="157242" y="629"/>
                </a:lnTo>
                <a:lnTo>
                  <a:pt x="172095" y="0"/>
                </a:lnTo>
                <a:lnTo>
                  <a:pt x="186962" y="619"/>
                </a:lnTo>
                <a:lnTo>
                  <a:pt x="229242" y="9509"/>
                </a:lnTo>
                <a:lnTo>
                  <a:pt x="266960" y="27885"/>
                </a:lnTo>
                <a:lnTo>
                  <a:pt x="298725" y="54382"/>
                </a:lnTo>
                <a:lnTo>
                  <a:pt x="323151" y="87636"/>
                </a:lnTo>
                <a:lnTo>
                  <a:pt x="338846" y="126280"/>
                </a:lnTo>
                <a:lnTo>
                  <a:pt x="344423" y="168952"/>
                </a:lnTo>
                <a:lnTo>
                  <a:pt x="343793" y="183571"/>
                </a:lnTo>
                <a:lnTo>
                  <a:pt x="334744" y="225136"/>
                </a:lnTo>
                <a:lnTo>
                  <a:pt x="316041" y="262203"/>
                </a:lnTo>
                <a:lnTo>
                  <a:pt x="289075" y="293414"/>
                </a:lnTo>
                <a:lnTo>
                  <a:pt x="255237" y="317411"/>
                </a:lnTo>
                <a:lnTo>
                  <a:pt x="215916" y="332835"/>
                </a:lnTo>
                <a:lnTo>
                  <a:pt x="172504" y="338327"/>
                </a:lnTo>
                <a:lnTo>
                  <a:pt x="157618" y="337708"/>
                </a:lnTo>
                <a:lnTo>
                  <a:pt x="115295" y="328827"/>
                </a:lnTo>
                <a:lnTo>
                  <a:pt x="77550" y="310469"/>
                </a:lnTo>
                <a:lnTo>
                  <a:pt x="45765" y="283997"/>
                </a:lnTo>
                <a:lnTo>
                  <a:pt x="21324" y="250773"/>
                </a:lnTo>
                <a:lnTo>
                  <a:pt x="5608" y="212160"/>
                </a:lnTo>
                <a:lnTo>
                  <a:pt x="0" y="169520"/>
                </a:lnTo>
                <a:lnTo>
                  <a:pt x="0" y="16916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673" y="3584829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123" y="1440180"/>
            <a:ext cx="4742688" cy="3921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6551" y="1435608"/>
            <a:ext cx="4751832" cy="3930396"/>
          </a:xfrm>
          <a:custGeom>
            <a:avLst/>
            <a:gdLst/>
            <a:ahLst/>
            <a:cxnLst/>
            <a:rect l="l" t="t" r="r" b="b"/>
            <a:pathLst>
              <a:path w="4751832" h="3930396">
                <a:moveTo>
                  <a:pt x="0" y="3930396"/>
                </a:moveTo>
                <a:lnTo>
                  <a:pt x="4751832" y="3930396"/>
                </a:lnTo>
                <a:lnTo>
                  <a:pt x="4751832" y="0"/>
                </a:lnTo>
                <a:lnTo>
                  <a:pt x="0" y="0"/>
                </a:lnTo>
                <a:lnTo>
                  <a:pt x="0" y="3930396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2594" y="2169414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52594" y="2169414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60163" y="2204720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9004" y="4825745"/>
            <a:ext cx="1438910" cy="1879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100" b="1" i="1" u="sng" dirty="0" smtClean="0">
                <a:latin typeface="Calibri"/>
                <a:cs typeface="Calibri"/>
              </a:rPr>
              <a:t>A</a:t>
            </a:r>
            <a:r>
              <a:rPr sz="1100" b="1" i="1" u="sng" spc="5" dirty="0" smtClean="0">
                <a:latin typeface="Calibri"/>
                <a:cs typeface="Calibri"/>
              </a:rPr>
              <a:t>l</a:t>
            </a:r>
            <a:r>
              <a:rPr sz="1100" b="1" i="1" u="sng" spc="0" dirty="0" smtClean="0">
                <a:latin typeface="Calibri"/>
                <a:cs typeface="Calibri"/>
              </a:rPr>
              <a:t>l</a:t>
            </a:r>
            <a:r>
              <a:rPr sz="1100" b="1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10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stomer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to</a:t>
            </a:r>
            <a:r>
              <a:rPr sz="1100" i="1" spc="-5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10" dirty="0" smtClean="0">
                <a:latin typeface="Calibri"/>
                <a:cs typeface="Calibri"/>
              </a:rPr>
              <a:t>h</a:t>
            </a:r>
            <a:r>
              <a:rPr sz="1100" i="1" spc="-5" dirty="0" smtClean="0">
                <a:latin typeface="Calibri"/>
                <a:cs typeface="Calibri"/>
              </a:rPr>
              <a:t>p</a:t>
            </a:r>
            <a:r>
              <a:rPr sz="1100" i="1" spc="0" dirty="0" smtClean="0">
                <a:latin typeface="Calibri"/>
                <a:cs typeface="Calibri"/>
              </a:rPr>
              <a:t>o</a:t>
            </a:r>
            <a:r>
              <a:rPr sz="1100" i="1" spc="-5" dirty="0" smtClean="0">
                <a:latin typeface="Calibri"/>
                <a:cs typeface="Calibri"/>
              </a:rPr>
              <a:t>in</a:t>
            </a:r>
            <a:r>
              <a:rPr sz="1100" i="1" spc="0" dirty="0" smtClean="0">
                <a:latin typeface="Calibri"/>
                <a:cs typeface="Calibri"/>
              </a:rPr>
              <a:t>ts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1646" y="14887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11646" y="14887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18579" y="1522603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5920" y="2214372"/>
            <a:ext cx="4943856" cy="2519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41348" y="2209800"/>
            <a:ext cx="4953000" cy="2528316"/>
          </a:xfrm>
          <a:custGeom>
            <a:avLst/>
            <a:gdLst/>
            <a:ahLst/>
            <a:cxnLst/>
            <a:rect l="l" t="t" r="r" b="b"/>
            <a:pathLst>
              <a:path w="4953000" h="2528316">
                <a:moveTo>
                  <a:pt x="0" y="2528316"/>
                </a:moveTo>
                <a:lnTo>
                  <a:pt x="4953000" y="2528316"/>
                </a:lnTo>
                <a:lnTo>
                  <a:pt x="4953000" y="0"/>
                </a:lnTo>
                <a:lnTo>
                  <a:pt x="0" y="0"/>
                </a:lnTo>
                <a:lnTo>
                  <a:pt x="0" y="2528316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68162" y="3516629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68161" y="3516629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75350" y="3552190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7237" y="4690111"/>
            <a:ext cx="344403" cy="339840"/>
          </a:xfrm>
          <a:custGeom>
            <a:avLst/>
            <a:gdLst/>
            <a:ahLst/>
            <a:cxnLst/>
            <a:rect l="l" t="t" r="r" b="b"/>
            <a:pathLst>
              <a:path w="344403" h="339840">
                <a:moveTo>
                  <a:pt x="171449" y="0"/>
                </a:moveTo>
                <a:lnTo>
                  <a:pt x="128138" y="5608"/>
                </a:lnTo>
                <a:lnTo>
                  <a:pt x="88917" y="21148"/>
                </a:lnTo>
                <a:lnTo>
                  <a:pt x="55170" y="45254"/>
                </a:lnTo>
                <a:lnTo>
                  <a:pt x="28281" y="76558"/>
                </a:lnTo>
                <a:lnTo>
                  <a:pt x="9634" y="113695"/>
                </a:lnTo>
                <a:lnTo>
                  <a:pt x="613" y="155299"/>
                </a:lnTo>
                <a:lnTo>
                  <a:pt x="0" y="172203"/>
                </a:lnTo>
                <a:lnTo>
                  <a:pt x="813" y="186698"/>
                </a:lnTo>
                <a:lnTo>
                  <a:pt x="10283" y="227896"/>
                </a:lnTo>
                <a:lnTo>
                  <a:pt x="29273" y="264616"/>
                </a:lnTo>
                <a:lnTo>
                  <a:pt x="56464" y="295514"/>
                </a:lnTo>
                <a:lnTo>
                  <a:pt x="90538" y="319247"/>
                </a:lnTo>
                <a:lnTo>
                  <a:pt x="130176" y="334470"/>
                </a:lnTo>
                <a:lnTo>
                  <a:pt x="174062" y="339840"/>
                </a:lnTo>
                <a:lnTo>
                  <a:pt x="188786" y="339072"/>
                </a:lnTo>
                <a:lnTo>
                  <a:pt x="230639" y="329804"/>
                </a:lnTo>
                <a:lnTo>
                  <a:pt x="267949" y="311118"/>
                </a:lnTo>
                <a:lnTo>
                  <a:pt x="299348" y="284333"/>
                </a:lnTo>
                <a:lnTo>
                  <a:pt x="323468" y="250768"/>
                </a:lnTo>
                <a:lnTo>
                  <a:pt x="338943" y="211741"/>
                </a:lnTo>
                <a:lnTo>
                  <a:pt x="344403" y="168570"/>
                </a:lnTo>
                <a:lnTo>
                  <a:pt x="343663" y="154007"/>
                </a:lnTo>
                <a:lnTo>
                  <a:pt x="334359" y="112603"/>
                </a:lnTo>
                <a:lnTo>
                  <a:pt x="315486" y="75684"/>
                </a:lnTo>
                <a:lnTo>
                  <a:pt x="288401" y="44607"/>
                </a:lnTo>
                <a:lnTo>
                  <a:pt x="254462" y="20729"/>
                </a:lnTo>
                <a:lnTo>
                  <a:pt x="215026" y="5408"/>
                </a:lnTo>
                <a:lnTo>
                  <a:pt x="17144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67221" y="4690111"/>
            <a:ext cx="344418" cy="339840"/>
          </a:xfrm>
          <a:custGeom>
            <a:avLst/>
            <a:gdLst/>
            <a:ahLst/>
            <a:cxnLst/>
            <a:rect l="l" t="t" r="r" b="b"/>
            <a:pathLst>
              <a:path w="344418" h="339840">
                <a:moveTo>
                  <a:pt x="0" y="169924"/>
                </a:moveTo>
                <a:lnTo>
                  <a:pt x="5504" y="127134"/>
                </a:lnTo>
                <a:lnTo>
                  <a:pt x="21096" y="88356"/>
                </a:lnTo>
                <a:lnTo>
                  <a:pt x="45392" y="54956"/>
                </a:lnTo>
                <a:lnTo>
                  <a:pt x="77006" y="28299"/>
                </a:lnTo>
                <a:lnTo>
                  <a:pt x="114557" y="9752"/>
                </a:lnTo>
                <a:lnTo>
                  <a:pt x="156658" y="681"/>
                </a:lnTo>
                <a:lnTo>
                  <a:pt x="171465" y="0"/>
                </a:lnTo>
                <a:lnTo>
                  <a:pt x="186366" y="617"/>
                </a:lnTo>
                <a:lnTo>
                  <a:pt x="228713" y="9480"/>
                </a:lnTo>
                <a:lnTo>
                  <a:pt x="266468" y="27805"/>
                </a:lnTo>
                <a:lnTo>
                  <a:pt x="298273" y="54233"/>
                </a:lnTo>
                <a:lnTo>
                  <a:pt x="322772" y="87408"/>
                </a:lnTo>
                <a:lnTo>
                  <a:pt x="338606" y="125973"/>
                </a:lnTo>
                <a:lnTo>
                  <a:pt x="344418" y="168570"/>
                </a:lnTo>
                <a:lnTo>
                  <a:pt x="343795" y="183339"/>
                </a:lnTo>
                <a:lnTo>
                  <a:pt x="334845" y="225275"/>
                </a:lnTo>
                <a:lnTo>
                  <a:pt x="316337" y="262628"/>
                </a:lnTo>
                <a:lnTo>
                  <a:pt x="289638" y="294080"/>
                </a:lnTo>
                <a:lnTo>
                  <a:pt x="256117" y="318312"/>
                </a:lnTo>
                <a:lnTo>
                  <a:pt x="217141" y="334004"/>
                </a:lnTo>
                <a:lnTo>
                  <a:pt x="174077" y="339840"/>
                </a:lnTo>
                <a:lnTo>
                  <a:pt x="159058" y="339228"/>
                </a:lnTo>
                <a:lnTo>
                  <a:pt x="116442" y="330424"/>
                </a:lnTo>
                <a:lnTo>
                  <a:pt x="78511" y="312215"/>
                </a:lnTo>
                <a:lnTo>
                  <a:pt x="46585" y="285945"/>
                </a:lnTo>
                <a:lnTo>
                  <a:pt x="21982" y="252957"/>
                </a:lnTo>
                <a:lnTo>
                  <a:pt x="6019" y="214595"/>
                </a:lnTo>
                <a:lnTo>
                  <a:pt x="15" y="172203"/>
                </a:lnTo>
                <a:lnTo>
                  <a:pt x="0" y="169924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75426" y="4725416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927" y="1668779"/>
            <a:ext cx="6164580" cy="2868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2355" y="1664207"/>
            <a:ext cx="6173724" cy="2877312"/>
          </a:xfrm>
          <a:custGeom>
            <a:avLst/>
            <a:gdLst/>
            <a:ahLst/>
            <a:cxnLst/>
            <a:rect l="l" t="t" r="r" b="b"/>
            <a:pathLst>
              <a:path w="6173724" h="2877312">
                <a:moveTo>
                  <a:pt x="0" y="2877312"/>
                </a:moveTo>
                <a:lnTo>
                  <a:pt x="6173724" y="2877312"/>
                </a:lnTo>
                <a:lnTo>
                  <a:pt x="6173724" y="0"/>
                </a:lnTo>
                <a:lnTo>
                  <a:pt x="0" y="0"/>
                </a:lnTo>
                <a:lnTo>
                  <a:pt x="0" y="2877312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96549" y="1943863"/>
            <a:ext cx="344403" cy="339840"/>
          </a:xfrm>
          <a:custGeom>
            <a:avLst/>
            <a:gdLst/>
            <a:ahLst/>
            <a:cxnLst/>
            <a:rect l="l" t="t" r="r" b="b"/>
            <a:pathLst>
              <a:path w="344403" h="339840">
                <a:moveTo>
                  <a:pt x="171449" y="0"/>
                </a:moveTo>
                <a:lnTo>
                  <a:pt x="128138" y="5608"/>
                </a:lnTo>
                <a:lnTo>
                  <a:pt x="88917" y="21148"/>
                </a:lnTo>
                <a:lnTo>
                  <a:pt x="55170" y="45254"/>
                </a:lnTo>
                <a:lnTo>
                  <a:pt x="28281" y="76558"/>
                </a:lnTo>
                <a:lnTo>
                  <a:pt x="9634" y="113695"/>
                </a:lnTo>
                <a:lnTo>
                  <a:pt x="613" y="155299"/>
                </a:lnTo>
                <a:lnTo>
                  <a:pt x="0" y="172203"/>
                </a:lnTo>
                <a:lnTo>
                  <a:pt x="813" y="186698"/>
                </a:lnTo>
                <a:lnTo>
                  <a:pt x="10283" y="227896"/>
                </a:lnTo>
                <a:lnTo>
                  <a:pt x="29273" y="264616"/>
                </a:lnTo>
                <a:lnTo>
                  <a:pt x="56464" y="295514"/>
                </a:lnTo>
                <a:lnTo>
                  <a:pt x="90538" y="319247"/>
                </a:lnTo>
                <a:lnTo>
                  <a:pt x="130176" y="334470"/>
                </a:lnTo>
                <a:lnTo>
                  <a:pt x="174062" y="339840"/>
                </a:lnTo>
                <a:lnTo>
                  <a:pt x="188786" y="339072"/>
                </a:lnTo>
                <a:lnTo>
                  <a:pt x="230639" y="329804"/>
                </a:lnTo>
                <a:lnTo>
                  <a:pt x="267949" y="311118"/>
                </a:lnTo>
                <a:lnTo>
                  <a:pt x="299348" y="284333"/>
                </a:lnTo>
                <a:lnTo>
                  <a:pt x="323468" y="250768"/>
                </a:lnTo>
                <a:lnTo>
                  <a:pt x="338943" y="211741"/>
                </a:lnTo>
                <a:lnTo>
                  <a:pt x="344403" y="168570"/>
                </a:lnTo>
                <a:lnTo>
                  <a:pt x="343663" y="154007"/>
                </a:lnTo>
                <a:lnTo>
                  <a:pt x="334359" y="112603"/>
                </a:lnTo>
                <a:lnTo>
                  <a:pt x="315486" y="75684"/>
                </a:lnTo>
                <a:lnTo>
                  <a:pt x="288401" y="44607"/>
                </a:lnTo>
                <a:lnTo>
                  <a:pt x="254462" y="20729"/>
                </a:lnTo>
                <a:lnTo>
                  <a:pt x="215026" y="5408"/>
                </a:lnTo>
                <a:lnTo>
                  <a:pt x="17144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96534" y="1943863"/>
            <a:ext cx="344418" cy="339840"/>
          </a:xfrm>
          <a:custGeom>
            <a:avLst/>
            <a:gdLst/>
            <a:ahLst/>
            <a:cxnLst/>
            <a:rect l="l" t="t" r="r" b="b"/>
            <a:pathLst>
              <a:path w="344418" h="339840">
                <a:moveTo>
                  <a:pt x="0" y="169924"/>
                </a:moveTo>
                <a:lnTo>
                  <a:pt x="5504" y="127134"/>
                </a:lnTo>
                <a:lnTo>
                  <a:pt x="21096" y="88356"/>
                </a:lnTo>
                <a:lnTo>
                  <a:pt x="45392" y="54956"/>
                </a:lnTo>
                <a:lnTo>
                  <a:pt x="77006" y="28299"/>
                </a:lnTo>
                <a:lnTo>
                  <a:pt x="114557" y="9752"/>
                </a:lnTo>
                <a:lnTo>
                  <a:pt x="156658" y="681"/>
                </a:lnTo>
                <a:lnTo>
                  <a:pt x="171465" y="0"/>
                </a:lnTo>
                <a:lnTo>
                  <a:pt x="186366" y="617"/>
                </a:lnTo>
                <a:lnTo>
                  <a:pt x="228713" y="9480"/>
                </a:lnTo>
                <a:lnTo>
                  <a:pt x="266468" y="27805"/>
                </a:lnTo>
                <a:lnTo>
                  <a:pt x="298273" y="54233"/>
                </a:lnTo>
                <a:lnTo>
                  <a:pt x="322772" y="87408"/>
                </a:lnTo>
                <a:lnTo>
                  <a:pt x="338606" y="125973"/>
                </a:lnTo>
                <a:lnTo>
                  <a:pt x="344418" y="168570"/>
                </a:lnTo>
                <a:lnTo>
                  <a:pt x="343795" y="183339"/>
                </a:lnTo>
                <a:lnTo>
                  <a:pt x="334845" y="225275"/>
                </a:lnTo>
                <a:lnTo>
                  <a:pt x="316337" y="262628"/>
                </a:lnTo>
                <a:lnTo>
                  <a:pt x="289638" y="294080"/>
                </a:lnTo>
                <a:lnTo>
                  <a:pt x="256117" y="318312"/>
                </a:lnTo>
                <a:lnTo>
                  <a:pt x="217141" y="334004"/>
                </a:lnTo>
                <a:lnTo>
                  <a:pt x="174077" y="339840"/>
                </a:lnTo>
                <a:lnTo>
                  <a:pt x="159058" y="339228"/>
                </a:lnTo>
                <a:lnTo>
                  <a:pt x="116442" y="330424"/>
                </a:lnTo>
                <a:lnTo>
                  <a:pt x="78511" y="312215"/>
                </a:lnTo>
                <a:lnTo>
                  <a:pt x="46585" y="285945"/>
                </a:lnTo>
                <a:lnTo>
                  <a:pt x="21982" y="252957"/>
                </a:lnTo>
                <a:lnTo>
                  <a:pt x="6019" y="214595"/>
                </a:lnTo>
                <a:lnTo>
                  <a:pt x="15" y="172203"/>
                </a:lnTo>
                <a:lnTo>
                  <a:pt x="0" y="169924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04738" y="1979421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8381" y="3220975"/>
            <a:ext cx="344403" cy="339840"/>
          </a:xfrm>
          <a:custGeom>
            <a:avLst/>
            <a:gdLst/>
            <a:ahLst/>
            <a:cxnLst/>
            <a:rect l="l" t="t" r="r" b="b"/>
            <a:pathLst>
              <a:path w="344403" h="339840">
                <a:moveTo>
                  <a:pt x="171449" y="0"/>
                </a:moveTo>
                <a:lnTo>
                  <a:pt x="128138" y="5608"/>
                </a:lnTo>
                <a:lnTo>
                  <a:pt x="88917" y="21148"/>
                </a:lnTo>
                <a:lnTo>
                  <a:pt x="55170" y="45254"/>
                </a:lnTo>
                <a:lnTo>
                  <a:pt x="28281" y="76558"/>
                </a:lnTo>
                <a:lnTo>
                  <a:pt x="9634" y="113695"/>
                </a:lnTo>
                <a:lnTo>
                  <a:pt x="613" y="155299"/>
                </a:lnTo>
                <a:lnTo>
                  <a:pt x="0" y="172203"/>
                </a:lnTo>
                <a:lnTo>
                  <a:pt x="813" y="186698"/>
                </a:lnTo>
                <a:lnTo>
                  <a:pt x="10283" y="227896"/>
                </a:lnTo>
                <a:lnTo>
                  <a:pt x="29273" y="264616"/>
                </a:lnTo>
                <a:lnTo>
                  <a:pt x="56464" y="295514"/>
                </a:lnTo>
                <a:lnTo>
                  <a:pt x="90538" y="319247"/>
                </a:lnTo>
                <a:lnTo>
                  <a:pt x="130176" y="334470"/>
                </a:lnTo>
                <a:lnTo>
                  <a:pt x="174062" y="339840"/>
                </a:lnTo>
                <a:lnTo>
                  <a:pt x="188786" y="339072"/>
                </a:lnTo>
                <a:lnTo>
                  <a:pt x="230639" y="329804"/>
                </a:lnTo>
                <a:lnTo>
                  <a:pt x="267949" y="311118"/>
                </a:lnTo>
                <a:lnTo>
                  <a:pt x="299348" y="284333"/>
                </a:lnTo>
                <a:lnTo>
                  <a:pt x="323468" y="250768"/>
                </a:lnTo>
                <a:lnTo>
                  <a:pt x="338943" y="211741"/>
                </a:lnTo>
                <a:lnTo>
                  <a:pt x="344403" y="168570"/>
                </a:lnTo>
                <a:lnTo>
                  <a:pt x="343663" y="154007"/>
                </a:lnTo>
                <a:lnTo>
                  <a:pt x="334359" y="112603"/>
                </a:lnTo>
                <a:lnTo>
                  <a:pt x="315486" y="75684"/>
                </a:lnTo>
                <a:lnTo>
                  <a:pt x="288401" y="44607"/>
                </a:lnTo>
                <a:lnTo>
                  <a:pt x="254462" y="20729"/>
                </a:lnTo>
                <a:lnTo>
                  <a:pt x="215026" y="5408"/>
                </a:lnTo>
                <a:lnTo>
                  <a:pt x="17144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28366" y="3220975"/>
            <a:ext cx="344418" cy="339840"/>
          </a:xfrm>
          <a:custGeom>
            <a:avLst/>
            <a:gdLst/>
            <a:ahLst/>
            <a:cxnLst/>
            <a:rect l="l" t="t" r="r" b="b"/>
            <a:pathLst>
              <a:path w="344418" h="339840">
                <a:moveTo>
                  <a:pt x="0" y="169924"/>
                </a:moveTo>
                <a:lnTo>
                  <a:pt x="5504" y="127134"/>
                </a:lnTo>
                <a:lnTo>
                  <a:pt x="21096" y="88356"/>
                </a:lnTo>
                <a:lnTo>
                  <a:pt x="45392" y="54956"/>
                </a:lnTo>
                <a:lnTo>
                  <a:pt x="77006" y="28299"/>
                </a:lnTo>
                <a:lnTo>
                  <a:pt x="114557" y="9752"/>
                </a:lnTo>
                <a:lnTo>
                  <a:pt x="156658" y="681"/>
                </a:lnTo>
                <a:lnTo>
                  <a:pt x="171465" y="0"/>
                </a:lnTo>
                <a:lnTo>
                  <a:pt x="186366" y="617"/>
                </a:lnTo>
                <a:lnTo>
                  <a:pt x="228713" y="9480"/>
                </a:lnTo>
                <a:lnTo>
                  <a:pt x="266468" y="27805"/>
                </a:lnTo>
                <a:lnTo>
                  <a:pt x="298273" y="54233"/>
                </a:lnTo>
                <a:lnTo>
                  <a:pt x="322772" y="87408"/>
                </a:lnTo>
                <a:lnTo>
                  <a:pt x="338606" y="125973"/>
                </a:lnTo>
                <a:lnTo>
                  <a:pt x="344418" y="168570"/>
                </a:lnTo>
                <a:lnTo>
                  <a:pt x="343795" y="183339"/>
                </a:lnTo>
                <a:lnTo>
                  <a:pt x="334845" y="225275"/>
                </a:lnTo>
                <a:lnTo>
                  <a:pt x="316337" y="262628"/>
                </a:lnTo>
                <a:lnTo>
                  <a:pt x="289638" y="294080"/>
                </a:lnTo>
                <a:lnTo>
                  <a:pt x="256117" y="318312"/>
                </a:lnTo>
                <a:lnTo>
                  <a:pt x="217141" y="334004"/>
                </a:lnTo>
                <a:lnTo>
                  <a:pt x="174077" y="339840"/>
                </a:lnTo>
                <a:lnTo>
                  <a:pt x="159058" y="339228"/>
                </a:lnTo>
                <a:lnTo>
                  <a:pt x="116442" y="330424"/>
                </a:lnTo>
                <a:lnTo>
                  <a:pt x="78511" y="312215"/>
                </a:lnTo>
                <a:lnTo>
                  <a:pt x="46585" y="285945"/>
                </a:lnTo>
                <a:lnTo>
                  <a:pt x="21982" y="252957"/>
                </a:lnTo>
                <a:lnTo>
                  <a:pt x="6019" y="214595"/>
                </a:lnTo>
                <a:lnTo>
                  <a:pt x="15" y="172203"/>
                </a:lnTo>
                <a:lnTo>
                  <a:pt x="0" y="169924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35554" y="3256915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02735" y="1941576"/>
            <a:ext cx="5266944" cy="2066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98164" y="1937004"/>
            <a:ext cx="5276088" cy="2075688"/>
          </a:xfrm>
          <a:custGeom>
            <a:avLst/>
            <a:gdLst/>
            <a:ahLst/>
            <a:cxnLst/>
            <a:rect l="l" t="t" r="r" b="b"/>
            <a:pathLst>
              <a:path w="5276088" h="2075688">
                <a:moveTo>
                  <a:pt x="0" y="2075688"/>
                </a:moveTo>
                <a:lnTo>
                  <a:pt x="5276088" y="2075688"/>
                </a:lnTo>
                <a:lnTo>
                  <a:pt x="5276088" y="0"/>
                </a:lnTo>
                <a:lnTo>
                  <a:pt x="0" y="0"/>
                </a:lnTo>
                <a:lnTo>
                  <a:pt x="0" y="2075688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32285" y="2806447"/>
            <a:ext cx="344403" cy="339840"/>
          </a:xfrm>
          <a:custGeom>
            <a:avLst/>
            <a:gdLst/>
            <a:ahLst/>
            <a:cxnLst/>
            <a:rect l="l" t="t" r="r" b="b"/>
            <a:pathLst>
              <a:path w="344403" h="339840">
                <a:moveTo>
                  <a:pt x="171449" y="0"/>
                </a:moveTo>
                <a:lnTo>
                  <a:pt x="128138" y="5608"/>
                </a:lnTo>
                <a:lnTo>
                  <a:pt x="88917" y="21148"/>
                </a:lnTo>
                <a:lnTo>
                  <a:pt x="55170" y="45254"/>
                </a:lnTo>
                <a:lnTo>
                  <a:pt x="28281" y="76558"/>
                </a:lnTo>
                <a:lnTo>
                  <a:pt x="9634" y="113695"/>
                </a:lnTo>
                <a:lnTo>
                  <a:pt x="613" y="155299"/>
                </a:lnTo>
                <a:lnTo>
                  <a:pt x="0" y="172203"/>
                </a:lnTo>
                <a:lnTo>
                  <a:pt x="813" y="186698"/>
                </a:lnTo>
                <a:lnTo>
                  <a:pt x="10283" y="227896"/>
                </a:lnTo>
                <a:lnTo>
                  <a:pt x="29273" y="264616"/>
                </a:lnTo>
                <a:lnTo>
                  <a:pt x="56464" y="295514"/>
                </a:lnTo>
                <a:lnTo>
                  <a:pt x="90538" y="319247"/>
                </a:lnTo>
                <a:lnTo>
                  <a:pt x="130176" y="334470"/>
                </a:lnTo>
                <a:lnTo>
                  <a:pt x="174062" y="339840"/>
                </a:lnTo>
                <a:lnTo>
                  <a:pt x="188786" y="339072"/>
                </a:lnTo>
                <a:lnTo>
                  <a:pt x="230639" y="329804"/>
                </a:lnTo>
                <a:lnTo>
                  <a:pt x="267949" y="311118"/>
                </a:lnTo>
                <a:lnTo>
                  <a:pt x="299348" y="284333"/>
                </a:lnTo>
                <a:lnTo>
                  <a:pt x="323468" y="250768"/>
                </a:lnTo>
                <a:lnTo>
                  <a:pt x="338943" y="211741"/>
                </a:lnTo>
                <a:lnTo>
                  <a:pt x="344403" y="168570"/>
                </a:lnTo>
                <a:lnTo>
                  <a:pt x="343663" y="154007"/>
                </a:lnTo>
                <a:lnTo>
                  <a:pt x="334359" y="112603"/>
                </a:lnTo>
                <a:lnTo>
                  <a:pt x="315486" y="75684"/>
                </a:lnTo>
                <a:lnTo>
                  <a:pt x="288401" y="44607"/>
                </a:lnTo>
                <a:lnTo>
                  <a:pt x="254462" y="20729"/>
                </a:lnTo>
                <a:lnTo>
                  <a:pt x="215026" y="5408"/>
                </a:lnTo>
                <a:lnTo>
                  <a:pt x="17144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32269" y="2806447"/>
            <a:ext cx="344418" cy="339840"/>
          </a:xfrm>
          <a:custGeom>
            <a:avLst/>
            <a:gdLst/>
            <a:ahLst/>
            <a:cxnLst/>
            <a:rect l="l" t="t" r="r" b="b"/>
            <a:pathLst>
              <a:path w="344418" h="339840">
                <a:moveTo>
                  <a:pt x="0" y="169924"/>
                </a:moveTo>
                <a:lnTo>
                  <a:pt x="5504" y="127134"/>
                </a:lnTo>
                <a:lnTo>
                  <a:pt x="21096" y="88356"/>
                </a:lnTo>
                <a:lnTo>
                  <a:pt x="45392" y="54956"/>
                </a:lnTo>
                <a:lnTo>
                  <a:pt x="77006" y="28299"/>
                </a:lnTo>
                <a:lnTo>
                  <a:pt x="114557" y="9752"/>
                </a:lnTo>
                <a:lnTo>
                  <a:pt x="156658" y="681"/>
                </a:lnTo>
                <a:lnTo>
                  <a:pt x="171465" y="0"/>
                </a:lnTo>
                <a:lnTo>
                  <a:pt x="186366" y="617"/>
                </a:lnTo>
                <a:lnTo>
                  <a:pt x="228713" y="9480"/>
                </a:lnTo>
                <a:lnTo>
                  <a:pt x="266468" y="27805"/>
                </a:lnTo>
                <a:lnTo>
                  <a:pt x="298273" y="54233"/>
                </a:lnTo>
                <a:lnTo>
                  <a:pt x="322772" y="87408"/>
                </a:lnTo>
                <a:lnTo>
                  <a:pt x="338606" y="125973"/>
                </a:lnTo>
                <a:lnTo>
                  <a:pt x="344418" y="168570"/>
                </a:lnTo>
                <a:lnTo>
                  <a:pt x="343795" y="183339"/>
                </a:lnTo>
                <a:lnTo>
                  <a:pt x="334845" y="225275"/>
                </a:lnTo>
                <a:lnTo>
                  <a:pt x="316337" y="262628"/>
                </a:lnTo>
                <a:lnTo>
                  <a:pt x="289638" y="294080"/>
                </a:lnTo>
                <a:lnTo>
                  <a:pt x="256117" y="318312"/>
                </a:lnTo>
                <a:lnTo>
                  <a:pt x="217141" y="334004"/>
                </a:lnTo>
                <a:lnTo>
                  <a:pt x="174077" y="339840"/>
                </a:lnTo>
                <a:lnTo>
                  <a:pt x="159058" y="339228"/>
                </a:lnTo>
                <a:lnTo>
                  <a:pt x="116442" y="330424"/>
                </a:lnTo>
                <a:lnTo>
                  <a:pt x="78511" y="312215"/>
                </a:lnTo>
                <a:lnTo>
                  <a:pt x="46585" y="285945"/>
                </a:lnTo>
                <a:lnTo>
                  <a:pt x="21982" y="252957"/>
                </a:lnTo>
                <a:lnTo>
                  <a:pt x="6019" y="214595"/>
                </a:lnTo>
                <a:lnTo>
                  <a:pt x="15" y="172203"/>
                </a:lnTo>
                <a:lnTo>
                  <a:pt x="0" y="169924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40093" y="2841497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7296" y="3428619"/>
            <a:ext cx="2277110" cy="523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100" i="1" dirty="0" smtClean="0">
                <a:latin typeface="Calibri"/>
                <a:cs typeface="Calibri"/>
              </a:rPr>
              <a:t>Wh</a:t>
            </a:r>
            <a:r>
              <a:rPr sz="1100" i="1" spc="-10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t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i</a:t>
            </a:r>
            <a:r>
              <a:rPr sz="1100" i="1" spc="-10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fr</a:t>
            </a:r>
            <a:r>
              <a:rPr sz="1100" i="1" spc="-5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str</a:t>
            </a:r>
            <a:r>
              <a:rPr sz="1100" i="1" spc="-5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15" dirty="0" smtClean="0">
                <a:latin typeface="Calibri"/>
                <a:cs typeface="Calibri"/>
              </a:rPr>
              <a:t>t</a:t>
            </a:r>
            <a:r>
              <a:rPr sz="1100" i="1" spc="-5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re</a:t>
            </a:r>
            <a:r>
              <a:rPr sz="1100" i="1" spc="-4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d</a:t>
            </a:r>
            <a:r>
              <a:rPr sz="1100" i="1" spc="0" dirty="0" smtClean="0">
                <a:latin typeface="Calibri"/>
                <a:cs typeface="Calibri"/>
              </a:rPr>
              <a:t>o y</a:t>
            </a:r>
            <a:r>
              <a:rPr sz="1100" i="1" spc="-5" dirty="0" smtClean="0">
                <a:latin typeface="Calibri"/>
                <a:cs typeface="Calibri"/>
              </a:rPr>
              <a:t>o</a:t>
            </a:r>
            <a:r>
              <a:rPr sz="1100" i="1" spc="0" dirty="0" smtClean="0">
                <a:latin typeface="Calibri"/>
                <a:cs typeface="Calibri"/>
              </a:rPr>
              <a:t>u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eed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to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spc="-5" dirty="0" smtClean="0">
                <a:latin typeface="Calibri"/>
                <a:cs typeface="Calibri"/>
              </a:rPr>
              <a:t>c</a:t>
            </a:r>
            <a:r>
              <a:rPr sz="1100" i="1" spc="0" dirty="0" smtClean="0">
                <a:latin typeface="Calibri"/>
                <a:cs typeface="Calibri"/>
              </a:rPr>
              <a:t>re</a:t>
            </a:r>
            <a:r>
              <a:rPr sz="1100" i="1" spc="-10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te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an</a:t>
            </a:r>
            <a:r>
              <a:rPr sz="1100" i="1" spc="0" dirty="0" smtClean="0">
                <a:latin typeface="Calibri"/>
                <a:cs typeface="Calibri"/>
              </a:rPr>
              <a:t>d</a:t>
            </a:r>
            <a:r>
              <a:rPr sz="1100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d</a:t>
            </a:r>
            <a:r>
              <a:rPr sz="1100" i="1" spc="-5" dirty="0" smtClean="0">
                <a:latin typeface="Calibri"/>
                <a:cs typeface="Calibri"/>
              </a:rPr>
              <a:t>e</a:t>
            </a:r>
            <a:r>
              <a:rPr sz="1100" i="1" spc="0" dirty="0" smtClean="0">
                <a:latin typeface="Calibri"/>
                <a:cs typeface="Calibri"/>
              </a:rPr>
              <a:t>l</a:t>
            </a:r>
            <a:r>
              <a:rPr sz="1100" i="1" spc="-5" dirty="0" smtClean="0">
                <a:latin typeface="Calibri"/>
                <a:cs typeface="Calibri"/>
              </a:rPr>
              <a:t>i</a:t>
            </a:r>
            <a:r>
              <a:rPr sz="1100" i="1" spc="0" dirty="0" smtClean="0">
                <a:latin typeface="Calibri"/>
                <a:cs typeface="Calibri"/>
              </a:rPr>
              <a:t>ver</a:t>
            </a:r>
            <a:r>
              <a:rPr sz="1100" i="1" spc="-3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v</a:t>
            </a:r>
            <a:r>
              <a:rPr sz="1100" i="1" spc="-10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l</a:t>
            </a:r>
            <a:r>
              <a:rPr sz="1100" i="1" spc="-10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e?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dirty="0" smtClean="0">
                <a:latin typeface="Calibri"/>
                <a:cs typeface="Calibri"/>
              </a:rPr>
              <a:t>Wh</a:t>
            </a:r>
            <a:r>
              <a:rPr sz="1100" i="1" spc="-5" dirty="0" smtClean="0">
                <a:latin typeface="Calibri"/>
                <a:cs typeface="Calibri"/>
              </a:rPr>
              <a:t>i</a:t>
            </a:r>
            <a:r>
              <a:rPr sz="1100" i="1" spc="0" dirty="0" smtClean="0">
                <a:latin typeface="Calibri"/>
                <a:cs typeface="Calibri"/>
              </a:rPr>
              <a:t>ch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p</a:t>
            </a:r>
            <a:r>
              <a:rPr sz="1100" i="1" spc="0" dirty="0" smtClean="0">
                <a:latin typeface="Calibri"/>
                <a:cs typeface="Calibri"/>
              </a:rPr>
              <a:t>eo</a:t>
            </a:r>
            <a:r>
              <a:rPr sz="1100" i="1" spc="-10" dirty="0" smtClean="0">
                <a:latin typeface="Calibri"/>
                <a:cs typeface="Calibri"/>
              </a:rPr>
              <a:t>p</a:t>
            </a:r>
            <a:r>
              <a:rPr sz="1100" i="1" spc="0" dirty="0" smtClean="0">
                <a:latin typeface="Calibri"/>
                <a:cs typeface="Calibri"/>
              </a:rPr>
              <a:t>le/asse</a:t>
            </a:r>
            <a:r>
              <a:rPr sz="1100" i="1" spc="-10" dirty="0" smtClean="0">
                <a:latin typeface="Calibri"/>
                <a:cs typeface="Calibri"/>
              </a:rPr>
              <a:t>t</a:t>
            </a:r>
            <a:r>
              <a:rPr sz="1100" i="1" spc="0" dirty="0" smtClean="0">
                <a:latin typeface="Calibri"/>
                <a:cs typeface="Calibri"/>
              </a:rPr>
              <a:t>s</a:t>
            </a:r>
            <a:r>
              <a:rPr sz="1100" i="1" spc="-4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re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i</a:t>
            </a:r>
            <a:r>
              <a:rPr sz="1100" i="1" spc="-10" dirty="0" smtClean="0">
                <a:latin typeface="Calibri"/>
                <a:cs typeface="Calibri"/>
              </a:rPr>
              <a:t>n</a:t>
            </a:r>
            <a:r>
              <a:rPr sz="1100" i="1" spc="-5" dirty="0" smtClean="0">
                <a:latin typeface="Calibri"/>
                <a:cs typeface="Calibri"/>
              </a:rPr>
              <a:t>d</a:t>
            </a:r>
            <a:r>
              <a:rPr sz="1100" i="1" spc="0" dirty="0" smtClean="0">
                <a:latin typeface="Calibri"/>
                <a:cs typeface="Calibri"/>
              </a:rPr>
              <a:t>ispe</a:t>
            </a:r>
            <a:r>
              <a:rPr sz="1100" i="1" spc="-5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sa</a:t>
            </a:r>
            <a:r>
              <a:rPr sz="1100" i="1" spc="-5" dirty="0" smtClean="0">
                <a:latin typeface="Calibri"/>
                <a:cs typeface="Calibri"/>
              </a:rPr>
              <a:t>b</a:t>
            </a:r>
            <a:r>
              <a:rPr sz="1100" i="1" spc="0" dirty="0" smtClean="0">
                <a:latin typeface="Calibri"/>
                <a:cs typeface="Calibri"/>
              </a:rPr>
              <a:t>le?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4357" y="13363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64357" y="13363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70402" y="1369821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15995" y="2168651"/>
            <a:ext cx="5039867" cy="2129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1423" y="2164079"/>
            <a:ext cx="5049012" cy="2138172"/>
          </a:xfrm>
          <a:custGeom>
            <a:avLst/>
            <a:gdLst/>
            <a:ahLst/>
            <a:cxnLst/>
            <a:rect l="l" t="t" r="r" b="b"/>
            <a:pathLst>
              <a:path w="5049012" h="2138172">
                <a:moveTo>
                  <a:pt x="0" y="2138172"/>
                </a:moveTo>
                <a:lnTo>
                  <a:pt x="5049012" y="2138172"/>
                </a:lnTo>
                <a:lnTo>
                  <a:pt x="5049012" y="0"/>
                </a:lnTo>
                <a:lnTo>
                  <a:pt x="0" y="0"/>
                </a:lnTo>
                <a:lnTo>
                  <a:pt x="0" y="2138172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77306" y="2710433"/>
            <a:ext cx="344423" cy="338327"/>
          </a:xfrm>
          <a:custGeom>
            <a:avLst/>
            <a:gdLst/>
            <a:ahLst/>
            <a:cxnLst/>
            <a:rect l="l" t="t" r="r" b="b"/>
            <a:pathLst>
              <a:path w="344423" h="338327">
                <a:moveTo>
                  <a:pt x="172094" y="0"/>
                </a:moveTo>
                <a:lnTo>
                  <a:pt x="128643" y="5456"/>
                </a:lnTo>
                <a:lnTo>
                  <a:pt x="89284" y="20856"/>
                </a:lnTo>
                <a:lnTo>
                  <a:pt x="55410" y="44833"/>
                </a:lnTo>
                <a:lnTo>
                  <a:pt x="28415" y="76021"/>
                </a:lnTo>
                <a:lnTo>
                  <a:pt x="9690" y="113055"/>
                </a:lnTo>
                <a:lnTo>
                  <a:pt x="631" y="154567"/>
                </a:lnTo>
                <a:lnTo>
                  <a:pt x="0" y="169520"/>
                </a:lnTo>
                <a:lnTo>
                  <a:pt x="660" y="184097"/>
                </a:lnTo>
                <a:lnTo>
                  <a:pt x="9791" y="225545"/>
                </a:lnTo>
                <a:lnTo>
                  <a:pt x="28569" y="262513"/>
                </a:lnTo>
                <a:lnTo>
                  <a:pt x="55612" y="293638"/>
                </a:lnTo>
                <a:lnTo>
                  <a:pt x="89537" y="317557"/>
                </a:lnTo>
                <a:lnTo>
                  <a:pt x="128962" y="332908"/>
                </a:lnTo>
                <a:lnTo>
                  <a:pt x="172503" y="338327"/>
                </a:lnTo>
                <a:lnTo>
                  <a:pt x="187343" y="337684"/>
                </a:lnTo>
                <a:lnTo>
                  <a:pt x="229546" y="328730"/>
                </a:lnTo>
                <a:lnTo>
                  <a:pt x="267194" y="310298"/>
                </a:lnTo>
                <a:lnTo>
                  <a:pt x="298896" y="283745"/>
                </a:lnTo>
                <a:lnTo>
                  <a:pt x="323262" y="250431"/>
                </a:lnTo>
                <a:lnTo>
                  <a:pt x="338901" y="211713"/>
                </a:lnTo>
                <a:lnTo>
                  <a:pt x="344423" y="168952"/>
                </a:lnTo>
                <a:lnTo>
                  <a:pt x="343774" y="154365"/>
                </a:lnTo>
                <a:lnTo>
                  <a:pt x="334670" y="112884"/>
                </a:lnTo>
                <a:lnTo>
                  <a:pt x="315910" y="75885"/>
                </a:lnTo>
                <a:lnTo>
                  <a:pt x="288883" y="44732"/>
                </a:lnTo>
                <a:lnTo>
                  <a:pt x="254980" y="20790"/>
                </a:lnTo>
                <a:lnTo>
                  <a:pt x="215587" y="5425"/>
                </a:lnTo>
                <a:lnTo>
                  <a:pt x="17209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77305" y="2710433"/>
            <a:ext cx="344423" cy="338327"/>
          </a:xfrm>
          <a:custGeom>
            <a:avLst/>
            <a:gdLst/>
            <a:ahLst/>
            <a:cxnLst/>
            <a:rect l="l" t="t" r="r" b="b"/>
            <a:pathLst>
              <a:path w="344423" h="338327">
                <a:moveTo>
                  <a:pt x="0" y="169163"/>
                </a:moveTo>
                <a:lnTo>
                  <a:pt x="5528" y="126462"/>
                </a:lnTo>
                <a:lnTo>
                  <a:pt x="21186" y="87784"/>
                </a:lnTo>
                <a:lnTo>
                  <a:pt x="45579" y="54495"/>
                </a:lnTo>
                <a:lnTo>
                  <a:pt x="77315" y="27963"/>
                </a:lnTo>
                <a:lnTo>
                  <a:pt x="115000" y="9552"/>
                </a:lnTo>
                <a:lnTo>
                  <a:pt x="157242" y="629"/>
                </a:lnTo>
                <a:lnTo>
                  <a:pt x="172095" y="0"/>
                </a:lnTo>
                <a:lnTo>
                  <a:pt x="186962" y="619"/>
                </a:lnTo>
                <a:lnTo>
                  <a:pt x="229242" y="9509"/>
                </a:lnTo>
                <a:lnTo>
                  <a:pt x="266960" y="27885"/>
                </a:lnTo>
                <a:lnTo>
                  <a:pt x="298725" y="54382"/>
                </a:lnTo>
                <a:lnTo>
                  <a:pt x="323151" y="87636"/>
                </a:lnTo>
                <a:lnTo>
                  <a:pt x="338846" y="126280"/>
                </a:lnTo>
                <a:lnTo>
                  <a:pt x="344423" y="168952"/>
                </a:lnTo>
                <a:lnTo>
                  <a:pt x="343793" y="183571"/>
                </a:lnTo>
                <a:lnTo>
                  <a:pt x="334744" y="225136"/>
                </a:lnTo>
                <a:lnTo>
                  <a:pt x="316041" y="262203"/>
                </a:lnTo>
                <a:lnTo>
                  <a:pt x="289075" y="293414"/>
                </a:lnTo>
                <a:lnTo>
                  <a:pt x="255237" y="317411"/>
                </a:lnTo>
                <a:lnTo>
                  <a:pt x="215916" y="332835"/>
                </a:lnTo>
                <a:lnTo>
                  <a:pt x="172504" y="338327"/>
                </a:lnTo>
                <a:lnTo>
                  <a:pt x="157618" y="337708"/>
                </a:lnTo>
                <a:lnTo>
                  <a:pt x="115295" y="328827"/>
                </a:lnTo>
                <a:lnTo>
                  <a:pt x="77550" y="310469"/>
                </a:lnTo>
                <a:lnTo>
                  <a:pt x="45765" y="283997"/>
                </a:lnTo>
                <a:lnTo>
                  <a:pt x="21324" y="250773"/>
                </a:lnTo>
                <a:lnTo>
                  <a:pt x="5608" y="212160"/>
                </a:lnTo>
                <a:lnTo>
                  <a:pt x="0" y="169520"/>
                </a:lnTo>
                <a:lnTo>
                  <a:pt x="0" y="169163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84875" y="2744851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5178" y="3556000"/>
            <a:ext cx="1753235" cy="5232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817880">
              <a:lnSpc>
                <a:spcPct val="100000"/>
              </a:lnSpc>
            </a:pPr>
            <a:r>
              <a:rPr sz="1100" i="1" spc="5" dirty="0" smtClean="0">
                <a:latin typeface="Calibri"/>
                <a:cs typeface="Calibri"/>
              </a:rPr>
              <a:t>S</a:t>
            </a:r>
            <a:r>
              <a:rPr sz="1100" i="1" spc="0" dirty="0" smtClean="0">
                <a:latin typeface="Calibri"/>
                <a:cs typeface="Calibri"/>
              </a:rPr>
              <a:t>e</a:t>
            </a:r>
            <a:r>
              <a:rPr sz="1100" i="1" spc="5" dirty="0" smtClean="0">
                <a:latin typeface="Calibri"/>
                <a:cs typeface="Calibri"/>
              </a:rPr>
              <a:t>r</a:t>
            </a:r>
            <a:r>
              <a:rPr sz="1100" i="1" spc="0" dirty="0" smtClean="0">
                <a:latin typeface="Calibri"/>
                <a:cs typeface="Calibri"/>
              </a:rPr>
              <a:t>vice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process? Val</a:t>
            </a:r>
            <a:r>
              <a:rPr sz="1100" i="1" spc="-5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e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5" dirty="0" smtClean="0">
                <a:latin typeface="Calibri"/>
                <a:cs typeface="Calibri"/>
              </a:rPr>
              <a:t>h</a:t>
            </a:r>
            <a:r>
              <a:rPr sz="1100" i="1" spc="0" dirty="0" smtClean="0">
                <a:latin typeface="Calibri"/>
                <a:cs typeface="Calibri"/>
              </a:rPr>
              <a:t>ai</a:t>
            </a:r>
            <a:r>
              <a:rPr sz="1100" i="1" spc="-5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spc="5" dirty="0" smtClean="0">
                <a:latin typeface="Calibri"/>
                <a:cs typeface="Calibri"/>
              </a:rPr>
              <a:t>M</a:t>
            </a:r>
            <a:r>
              <a:rPr sz="1100" i="1" spc="0" dirty="0" smtClean="0">
                <a:latin typeface="Calibri"/>
                <a:cs typeface="Calibri"/>
              </a:rPr>
              <a:t>in</a:t>
            </a:r>
            <a:r>
              <a:rPr sz="1100" i="1" spc="-5" dirty="0" smtClean="0">
                <a:latin typeface="Calibri"/>
                <a:cs typeface="Calibri"/>
              </a:rPr>
              <a:t>i</a:t>
            </a:r>
            <a:r>
              <a:rPr sz="1100" i="1" spc="0" dirty="0" smtClean="0">
                <a:latin typeface="Calibri"/>
                <a:cs typeface="Calibri"/>
              </a:rPr>
              <a:t>mum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viab</a:t>
            </a:r>
            <a:r>
              <a:rPr sz="1100" i="1" spc="-5" dirty="0" smtClean="0">
                <a:latin typeface="Calibri"/>
                <a:cs typeface="Calibri"/>
              </a:rPr>
              <a:t>l</a:t>
            </a:r>
            <a:r>
              <a:rPr sz="1100" i="1" spc="0" dirty="0" smtClean="0">
                <a:latin typeface="Calibri"/>
                <a:cs typeface="Calibri"/>
              </a:rPr>
              <a:t>e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fun</a:t>
            </a:r>
            <a:r>
              <a:rPr sz="1100" i="1" spc="-10" dirty="0" smtClean="0">
                <a:latin typeface="Calibri"/>
                <a:cs typeface="Calibri"/>
              </a:rPr>
              <a:t>c</a:t>
            </a:r>
            <a:r>
              <a:rPr sz="1100" i="1" spc="0" dirty="0" smtClean="0">
                <a:latin typeface="Calibri"/>
                <a:cs typeface="Calibri"/>
              </a:rPr>
              <a:t>tiona</a:t>
            </a:r>
            <a:r>
              <a:rPr sz="1100" i="1" spc="-5" dirty="0" smtClean="0">
                <a:latin typeface="Calibri"/>
                <a:cs typeface="Calibri"/>
              </a:rPr>
              <a:t>l</a:t>
            </a:r>
            <a:r>
              <a:rPr sz="1100" i="1" spc="0" dirty="0" smtClean="0">
                <a:latin typeface="Calibri"/>
                <a:cs typeface="Calibri"/>
              </a:rPr>
              <a:t>ity?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486" y="13363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157135" y="0"/>
                </a:moveTo>
                <a:lnTo>
                  <a:pt x="114927" y="8816"/>
                </a:lnTo>
                <a:lnTo>
                  <a:pt x="77269" y="27178"/>
                </a:lnTo>
                <a:lnTo>
                  <a:pt x="45554" y="53711"/>
                </a:lnTo>
                <a:lnTo>
                  <a:pt x="21175" y="87040"/>
                </a:lnTo>
                <a:lnTo>
                  <a:pt x="5526" y="125789"/>
                </a:lnTo>
                <a:lnTo>
                  <a:pt x="0" y="168583"/>
                </a:lnTo>
                <a:lnTo>
                  <a:pt x="145" y="175607"/>
                </a:lnTo>
                <a:lnTo>
                  <a:pt x="7095" y="216759"/>
                </a:lnTo>
                <a:lnTo>
                  <a:pt x="23687" y="253903"/>
                </a:lnTo>
                <a:lnTo>
                  <a:pt x="48832" y="285767"/>
                </a:lnTo>
                <a:lnTo>
                  <a:pt x="81447" y="311079"/>
                </a:lnTo>
                <a:lnTo>
                  <a:pt x="120443" y="328568"/>
                </a:lnTo>
                <a:lnTo>
                  <a:pt x="164737" y="336960"/>
                </a:lnTo>
                <a:lnTo>
                  <a:pt x="180490" y="337516"/>
                </a:lnTo>
                <a:lnTo>
                  <a:pt x="194622" y="336211"/>
                </a:lnTo>
                <a:lnTo>
                  <a:pt x="234687" y="325731"/>
                </a:lnTo>
                <a:lnTo>
                  <a:pt x="270272" y="306178"/>
                </a:lnTo>
                <a:lnTo>
                  <a:pt x="300113" y="278549"/>
                </a:lnTo>
                <a:lnTo>
                  <a:pt x="322943" y="243838"/>
                </a:lnTo>
                <a:lnTo>
                  <a:pt x="337499" y="203042"/>
                </a:lnTo>
                <a:lnTo>
                  <a:pt x="342514" y="157157"/>
                </a:lnTo>
                <a:lnTo>
                  <a:pt x="341005" y="143402"/>
                </a:lnTo>
                <a:lnTo>
                  <a:pt x="329952" y="104441"/>
                </a:lnTo>
                <a:lnTo>
                  <a:pt x="309830" y="69879"/>
                </a:lnTo>
                <a:lnTo>
                  <a:pt x="281564" y="40936"/>
                </a:lnTo>
                <a:lnTo>
                  <a:pt x="246076" y="18830"/>
                </a:lnTo>
                <a:lnTo>
                  <a:pt x="204292" y="4778"/>
                </a:lnTo>
                <a:lnTo>
                  <a:pt x="157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21486" y="1336366"/>
            <a:ext cx="342514" cy="337516"/>
          </a:xfrm>
          <a:custGeom>
            <a:avLst/>
            <a:gdLst/>
            <a:ahLst/>
            <a:cxnLst/>
            <a:rect l="l" t="t" r="r" b="b"/>
            <a:pathLst>
              <a:path w="342514" h="337516">
                <a:moveTo>
                  <a:pt x="0" y="168583"/>
                </a:moveTo>
                <a:lnTo>
                  <a:pt x="5526" y="125789"/>
                </a:lnTo>
                <a:lnTo>
                  <a:pt x="21175" y="87040"/>
                </a:lnTo>
                <a:lnTo>
                  <a:pt x="45554" y="53711"/>
                </a:lnTo>
                <a:lnTo>
                  <a:pt x="77269" y="27178"/>
                </a:lnTo>
                <a:lnTo>
                  <a:pt x="114927" y="8816"/>
                </a:lnTo>
                <a:lnTo>
                  <a:pt x="157135" y="0"/>
                </a:lnTo>
                <a:lnTo>
                  <a:pt x="173394" y="487"/>
                </a:lnTo>
                <a:lnTo>
                  <a:pt x="218863" y="8492"/>
                </a:lnTo>
                <a:lnTo>
                  <a:pt x="258651" y="25364"/>
                </a:lnTo>
                <a:lnTo>
                  <a:pt x="291834" y="49885"/>
                </a:lnTo>
                <a:lnTo>
                  <a:pt x="317488" y="80836"/>
                </a:lnTo>
                <a:lnTo>
                  <a:pt x="334689" y="116999"/>
                </a:lnTo>
                <a:lnTo>
                  <a:pt x="342514" y="157157"/>
                </a:lnTo>
                <a:lnTo>
                  <a:pt x="341981" y="172956"/>
                </a:lnTo>
                <a:lnTo>
                  <a:pt x="333645" y="217256"/>
                </a:lnTo>
                <a:lnTo>
                  <a:pt x="316190" y="256134"/>
                </a:lnTo>
                <a:lnTo>
                  <a:pt x="290882" y="288595"/>
                </a:lnTo>
                <a:lnTo>
                  <a:pt x="258986" y="313643"/>
                </a:lnTo>
                <a:lnTo>
                  <a:pt x="221767" y="330282"/>
                </a:lnTo>
                <a:lnTo>
                  <a:pt x="180490" y="337516"/>
                </a:lnTo>
                <a:lnTo>
                  <a:pt x="164737" y="336960"/>
                </a:lnTo>
                <a:lnTo>
                  <a:pt x="120443" y="328568"/>
                </a:lnTo>
                <a:lnTo>
                  <a:pt x="81447" y="311079"/>
                </a:lnTo>
                <a:lnTo>
                  <a:pt x="48832" y="285767"/>
                </a:lnTo>
                <a:lnTo>
                  <a:pt x="23687" y="253903"/>
                </a:lnTo>
                <a:lnTo>
                  <a:pt x="7095" y="216759"/>
                </a:lnTo>
                <a:lnTo>
                  <a:pt x="145" y="175607"/>
                </a:lnTo>
                <a:lnTo>
                  <a:pt x="0" y="168583"/>
                </a:lnTo>
                <a:close/>
              </a:path>
            </a:pathLst>
          </a:custGeom>
          <a:ln w="25907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29967" y="2034539"/>
            <a:ext cx="5085587" cy="2183892"/>
          </a:xfrm>
          <a:custGeom>
            <a:avLst/>
            <a:gdLst/>
            <a:ahLst/>
            <a:cxnLst/>
            <a:rect l="l" t="t" r="r" b="b"/>
            <a:pathLst>
              <a:path w="5085587" h="2183892">
                <a:moveTo>
                  <a:pt x="0" y="2183892"/>
                </a:moveTo>
                <a:lnTo>
                  <a:pt x="5085587" y="2183892"/>
                </a:lnTo>
                <a:lnTo>
                  <a:pt x="5085587" y="0"/>
                </a:lnTo>
                <a:lnTo>
                  <a:pt x="0" y="0"/>
                </a:lnTo>
                <a:lnTo>
                  <a:pt x="0" y="218389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29967" y="2034539"/>
            <a:ext cx="5085587" cy="2183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25395" y="2029967"/>
            <a:ext cx="5094732" cy="2193035"/>
          </a:xfrm>
          <a:custGeom>
            <a:avLst/>
            <a:gdLst/>
            <a:ahLst/>
            <a:cxnLst/>
            <a:rect l="l" t="t" r="r" b="b"/>
            <a:pathLst>
              <a:path w="5094732" h="2193035">
                <a:moveTo>
                  <a:pt x="0" y="2193035"/>
                </a:moveTo>
                <a:lnTo>
                  <a:pt x="5094732" y="2193035"/>
                </a:lnTo>
                <a:lnTo>
                  <a:pt x="5094732" y="0"/>
                </a:lnTo>
                <a:lnTo>
                  <a:pt x="0" y="0"/>
                </a:lnTo>
                <a:lnTo>
                  <a:pt x="0" y="2193035"/>
                </a:lnTo>
                <a:close/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57978" y="2169414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57978" y="2169414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27530" y="1369821"/>
            <a:ext cx="4065904" cy="110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  <a:p>
            <a:pPr>
              <a:lnSpc>
                <a:spcPts val="650"/>
              </a:lnSpc>
              <a:spcBef>
                <a:spcPts val="4"/>
              </a:spcBef>
            </a:pPr>
            <a:endParaRPr sz="6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R="12700" algn="r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6675" y="3586566"/>
            <a:ext cx="1884045" cy="523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sz="1100" i="1" dirty="0" smtClean="0">
                <a:latin typeface="Calibri"/>
                <a:cs typeface="Calibri"/>
              </a:rPr>
              <a:t>You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can</a:t>
            </a:r>
            <a:r>
              <a:rPr sz="1100" i="1" spc="0" dirty="0" smtClean="0">
                <a:latin typeface="Calibri"/>
                <a:cs typeface="Calibri"/>
              </a:rPr>
              <a:t>’t do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everyt</a:t>
            </a:r>
            <a:r>
              <a:rPr sz="1100" i="1" spc="-5" dirty="0" smtClean="0">
                <a:latin typeface="Calibri"/>
                <a:cs typeface="Calibri"/>
              </a:rPr>
              <a:t>h</a:t>
            </a:r>
            <a:r>
              <a:rPr sz="1100" i="1" spc="0" dirty="0" smtClean="0">
                <a:latin typeface="Calibri"/>
                <a:cs typeface="Calibri"/>
              </a:rPr>
              <a:t>i</a:t>
            </a:r>
            <a:r>
              <a:rPr sz="1100" i="1" spc="-10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g</a:t>
            </a:r>
            <a:r>
              <a:rPr sz="1100" i="1" spc="-4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y</a:t>
            </a:r>
            <a:r>
              <a:rPr sz="1100" i="1" spc="-10" dirty="0" smtClean="0">
                <a:latin typeface="Calibri"/>
                <a:cs typeface="Calibri"/>
              </a:rPr>
              <a:t>o</a:t>
            </a:r>
            <a:r>
              <a:rPr sz="1100" i="1" spc="-5" dirty="0" smtClean="0">
                <a:latin typeface="Calibri"/>
                <a:cs typeface="Calibri"/>
              </a:rPr>
              <a:t>u</a:t>
            </a:r>
            <a:r>
              <a:rPr sz="1100" i="1" spc="0" dirty="0" smtClean="0">
                <a:latin typeface="Calibri"/>
                <a:cs typeface="Calibri"/>
              </a:rPr>
              <a:t>rself! You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d</a:t>
            </a:r>
            <a:r>
              <a:rPr sz="1100" i="1" spc="0" dirty="0" smtClean="0">
                <a:latin typeface="Calibri"/>
                <a:cs typeface="Calibri"/>
              </a:rPr>
              <a:t>o</a:t>
            </a:r>
            <a:r>
              <a:rPr sz="1100" i="1" spc="-10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’t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ha</a:t>
            </a:r>
            <a:r>
              <a:rPr sz="1100" i="1" spc="0" dirty="0" smtClean="0">
                <a:latin typeface="Calibri"/>
                <a:cs typeface="Calibri"/>
              </a:rPr>
              <a:t>ve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ll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the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expertise </a:t>
            </a:r>
            <a:r>
              <a:rPr sz="1100" i="1" spc="-5" dirty="0" smtClean="0">
                <a:latin typeface="Calibri"/>
                <a:cs typeface="Calibri"/>
              </a:rPr>
              <a:t>y</a:t>
            </a:r>
            <a:r>
              <a:rPr sz="1100" i="1" spc="0" dirty="0" smtClean="0">
                <a:latin typeface="Calibri"/>
                <a:cs typeface="Calibri"/>
              </a:rPr>
              <a:t>ou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eed!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4386" y="4690109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64386" y="4690109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0685" y="4725416"/>
            <a:ext cx="128270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30096" y="1900427"/>
            <a:ext cx="6085332" cy="2441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25524" y="1895855"/>
            <a:ext cx="6094476" cy="2450592"/>
          </a:xfrm>
          <a:custGeom>
            <a:avLst/>
            <a:gdLst/>
            <a:ahLst/>
            <a:cxnLst/>
            <a:rect l="l" t="t" r="r" b="b"/>
            <a:pathLst>
              <a:path w="6094476" h="2450592">
                <a:moveTo>
                  <a:pt x="0" y="2450592"/>
                </a:moveTo>
                <a:lnTo>
                  <a:pt x="6094476" y="2450592"/>
                </a:lnTo>
                <a:lnTo>
                  <a:pt x="6094476" y="0"/>
                </a:lnTo>
                <a:lnTo>
                  <a:pt x="0" y="0"/>
                </a:lnTo>
                <a:lnTo>
                  <a:pt x="0" y="2450592"/>
                </a:lnTo>
                <a:close/>
              </a:path>
            </a:pathLst>
          </a:custGeom>
          <a:ln w="9143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73446" y="2484882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171341" y="0"/>
                </a:moveTo>
                <a:lnTo>
                  <a:pt x="128067" y="5481"/>
                </a:lnTo>
                <a:lnTo>
                  <a:pt x="88876" y="20955"/>
                </a:lnTo>
                <a:lnTo>
                  <a:pt x="55152" y="45046"/>
                </a:lnTo>
                <a:lnTo>
                  <a:pt x="28280" y="76379"/>
                </a:lnTo>
                <a:lnTo>
                  <a:pt x="9644" y="113578"/>
                </a:lnTo>
                <a:lnTo>
                  <a:pt x="628" y="155268"/>
                </a:lnTo>
                <a:lnTo>
                  <a:pt x="0" y="170257"/>
                </a:lnTo>
                <a:lnTo>
                  <a:pt x="655" y="184895"/>
                </a:lnTo>
                <a:lnTo>
                  <a:pt x="9737" y="226526"/>
                </a:lnTo>
                <a:lnTo>
                  <a:pt x="28423" y="263665"/>
                </a:lnTo>
                <a:lnTo>
                  <a:pt x="55339" y="294939"/>
                </a:lnTo>
                <a:lnTo>
                  <a:pt x="89110" y="318975"/>
                </a:lnTo>
                <a:lnTo>
                  <a:pt x="128362" y="334404"/>
                </a:lnTo>
                <a:lnTo>
                  <a:pt x="171720" y="339851"/>
                </a:lnTo>
                <a:lnTo>
                  <a:pt x="186501" y="339206"/>
                </a:lnTo>
                <a:lnTo>
                  <a:pt x="228532" y="330212"/>
                </a:lnTo>
                <a:lnTo>
                  <a:pt x="266019" y="311693"/>
                </a:lnTo>
                <a:lnTo>
                  <a:pt x="297581" y="285016"/>
                </a:lnTo>
                <a:lnTo>
                  <a:pt x="321837" y="251552"/>
                </a:lnTo>
                <a:lnTo>
                  <a:pt x="337403" y="212666"/>
                </a:lnTo>
                <a:lnTo>
                  <a:pt x="342899" y="169729"/>
                </a:lnTo>
                <a:lnTo>
                  <a:pt x="342254" y="155081"/>
                </a:lnTo>
                <a:lnTo>
                  <a:pt x="333197" y="113420"/>
                </a:lnTo>
                <a:lnTo>
                  <a:pt x="314528" y="76252"/>
                </a:lnTo>
                <a:lnTo>
                  <a:pt x="287628" y="44952"/>
                </a:lnTo>
                <a:lnTo>
                  <a:pt x="253876" y="20895"/>
                </a:lnTo>
                <a:lnTo>
                  <a:pt x="214654" y="5452"/>
                </a:lnTo>
                <a:lnTo>
                  <a:pt x="1713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3446" y="2484882"/>
            <a:ext cx="342899" cy="339851"/>
          </a:xfrm>
          <a:custGeom>
            <a:avLst/>
            <a:gdLst/>
            <a:ahLst/>
            <a:cxnLst/>
            <a:rect l="l" t="t" r="r" b="b"/>
            <a:pathLst>
              <a:path w="342899" h="339851">
                <a:moveTo>
                  <a:pt x="0" y="169925"/>
                </a:moveTo>
                <a:lnTo>
                  <a:pt x="5502" y="127044"/>
                </a:lnTo>
                <a:lnTo>
                  <a:pt x="21085" y="88195"/>
                </a:lnTo>
                <a:lnTo>
                  <a:pt x="45366" y="54754"/>
                </a:lnTo>
                <a:lnTo>
                  <a:pt x="76959" y="28096"/>
                </a:lnTo>
                <a:lnTo>
                  <a:pt x="114482" y="9597"/>
                </a:lnTo>
                <a:lnTo>
                  <a:pt x="156549" y="632"/>
                </a:lnTo>
                <a:lnTo>
                  <a:pt x="171342" y="0"/>
                </a:lnTo>
                <a:lnTo>
                  <a:pt x="186148" y="622"/>
                </a:lnTo>
                <a:lnTo>
                  <a:pt x="228251" y="9558"/>
                </a:lnTo>
                <a:lnTo>
                  <a:pt x="265803" y="28024"/>
                </a:lnTo>
                <a:lnTo>
                  <a:pt x="297424" y="54649"/>
                </a:lnTo>
                <a:lnTo>
                  <a:pt x="321734" y="88057"/>
                </a:lnTo>
                <a:lnTo>
                  <a:pt x="337353" y="126875"/>
                </a:lnTo>
                <a:lnTo>
                  <a:pt x="342899" y="169729"/>
                </a:lnTo>
                <a:lnTo>
                  <a:pt x="342272" y="184407"/>
                </a:lnTo>
                <a:lnTo>
                  <a:pt x="333265" y="226146"/>
                </a:lnTo>
                <a:lnTo>
                  <a:pt x="314649" y="263376"/>
                </a:lnTo>
                <a:lnTo>
                  <a:pt x="287804" y="294730"/>
                </a:lnTo>
                <a:lnTo>
                  <a:pt x="254114" y="318840"/>
                </a:lnTo>
                <a:lnTo>
                  <a:pt x="214958" y="334336"/>
                </a:lnTo>
                <a:lnTo>
                  <a:pt x="171720" y="339851"/>
                </a:lnTo>
                <a:lnTo>
                  <a:pt x="156896" y="339229"/>
                </a:lnTo>
                <a:lnTo>
                  <a:pt x="114754" y="330302"/>
                </a:lnTo>
                <a:lnTo>
                  <a:pt x="77176" y="311852"/>
                </a:lnTo>
                <a:lnTo>
                  <a:pt x="45537" y="285250"/>
                </a:lnTo>
                <a:lnTo>
                  <a:pt x="21212" y="251869"/>
                </a:lnTo>
                <a:lnTo>
                  <a:pt x="5575" y="213081"/>
                </a:lnTo>
                <a:lnTo>
                  <a:pt x="0" y="170257"/>
                </a:lnTo>
                <a:lnTo>
                  <a:pt x="0" y="169925"/>
                </a:lnTo>
                <a:close/>
              </a:path>
            </a:pathLst>
          </a:custGeom>
          <a:ln w="25908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79745" y="2519553"/>
            <a:ext cx="128905" cy="266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 smtClean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3382" y="3610696"/>
            <a:ext cx="1565910" cy="6908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71755">
              <a:lnSpc>
                <a:spcPct val="100099"/>
              </a:lnSpc>
            </a:pPr>
            <a:r>
              <a:rPr sz="1100" i="1" dirty="0" smtClean="0">
                <a:latin typeface="Calibri"/>
                <a:cs typeface="Calibri"/>
              </a:rPr>
              <a:t>C</a:t>
            </a:r>
            <a:r>
              <a:rPr sz="1100" i="1" spc="-10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n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y</a:t>
            </a:r>
            <a:r>
              <a:rPr sz="1100" i="1" spc="-10" dirty="0" smtClean="0">
                <a:latin typeface="Calibri"/>
                <a:cs typeface="Calibri"/>
              </a:rPr>
              <a:t>o</a:t>
            </a:r>
            <a:r>
              <a:rPr sz="1100" i="1" spc="0" dirty="0" smtClean="0">
                <a:latin typeface="Calibri"/>
                <a:cs typeface="Calibri"/>
              </a:rPr>
              <a:t>u</a:t>
            </a:r>
            <a:r>
              <a:rPr sz="1100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make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a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p</a:t>
            </a:r>
            <a:r>
              <a:rPr sz="1100" i="1" spc="0" dirty="0" smtClean="0">
                <a:latin typeface="Calibri"/>
                <a:cs typeface="Calibri"/>
              </a:rPr>
              <a:t>r</a:t>
            </a:r>
            <a:r>
              <a:rPr sz="1100" i="1" spc="-5" dirty="0" smtClean="0">
                <a:latin typeface="Calibri"/>
                <a:cs typeface="Calibri"/>
              </a:rPr>
              <a:t>o</a:t>
            </a:r>
            <a:r>
              <a:rPr sz="1100" i="1" spc="0" dirty="0" smtClean="0">
                <a:latin typeface="Calibri"/>
                <a:cs typeface="Calibri"/>
              </a:rPr>
              <a:t>f</a:t>
            </a:r>
            <a:r>
              <a:rPr sz="1100" i="1" spc="-5" dirty="0" smtClean="0">
                <a:latin typeface="Calibri"/>
                <a:cs typeface="Calibri"/>
              </a:rPr>
              <a:t>i</a:t>
            </a:r>
            <a:r>
              <a:rPr sz="1100" i="1" spc="0" dirty="0" smtClean="0">
                <a:latin typeface="Calibri"/>
                <a:cs typeface="Calibri"/>
              </a:rPr>
              <a:t>t? Are</a:t>
            </a:r>
            <a:r>
              <a:rPr sz="1100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y</a:t>
            </a:r>
            <a:r>
              <a:rPr sz="1100" i="1" spc="-5" dirty="0" smtClean="0">
                <a:latin typeface="Calibri"/>
                <a:cs typeface="Calibri"/>
              </a:rPr>
              <a:t>ou</a:t>
            </a:r>
            <a:r>
              <a:rPr sz="1100" i="1" spc="0" dirty="0" smtClean="0">
                <a:latin typeface="Calibri"/>
                <a:cs typeface="Calibri"/>
              </a:rPr>
              <a:t>r</a:t>
            </a:r>
            <a:r>
              <a:rPr sz="1100" i="1" spc="-2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10" dirty="0" smtClean="0">
                <a:latin typeface="Calibri"/>
                <a:cs typeface="Calibri"/>
              </a:rPr>
              <a:t>o</a:t>
            </a:r>
            <a:r>
              <a:rPr sz="1100" i="1" spc="0" dirty="0" smtClean="0">
                <a:latin typeface="Calibri"/>
                <a:cs typeface="Calibri"/>
              </a:rPr>
              <a:t>sts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too</a:t>
            </a:r>
            <a:r>
              <a:rPr sz="1100" i="1" spc="-25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h</a:t>
            </a:r>
            <a:r>
              <a:rPr sz="1100" i="1" spc="0" dirty="0" smtClean="0">
                <a:latin typeface="Calibri"/>
                <a:cs typeface="Calibri"/>
              </a:rPr>
              <a:t>i</a:t>
            </a:r>
            <a:r>
              <a:rPr sz="1100" i="1" spc="-10" dirty="0" smtClean="0">
                <a:latin typeface="Calibri"/>
                <a:cs typeface="Calibri"/>
              </a:rPr>
              <a:t>g</a:t>
            </a:r>
            <a:r>
              <a:rPr sz="1100" i="1" spc="-5" dirty="0" smtClean="0">
                <a:latin typeface="Calibri"/>
                <a:cs typeface="Calibri"/>
              </a:rPr>
              <a:t>h</a:t>
            </a:r>
            <a:r>
              <a:rPr sz="1100" i="1" spc="0" dirty="0" smtClean="0">
                <a:latin typeface="Calibri"/>
                <a:cs typeface="Calibri"/>
              </a:rPr>
              <a:t>? Are</a:t>
            </a:r>
            <a:r>
              <a:rPr sz="1100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y</a:t>
            </a:r>
            <a:r>
              <a:rPr sz="1100" i="1" spc="-5" dirty="0" smtClean="0">
                <a:latin typeface="Calibri"/>
                <a:cs typeface="Calibri"/>
              </a:rPr>
              <a:t>o</a:t>
            </a:r>
            <a:r>
              <a:rPr sz="1100" i="1" spc="0" dirty="0" smtClean="0">
                <a:latin typeface="Calibri"/>
                <a:cs typeface="Calibri"/>
              </a:rPr>
              <a:t>u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c</a:t>
            </a:r>
            <a:r>
              <a:rPr sz="1100" i="1" spc="-10" dirty="0" smtClean="0">
                <a:latin typeface="Calibri"/>
                <a:cs typeface="Calibri"/>
              </a:rPr>
              <a:t>h</a:t>
            </a:r>
            <a:r>
              <a:rPr sz="1100" i="1" spc="-5" dirty="0" smtClean="0">
                <a:latin typeface="Calibri"/>
                <a:cs typeface="Calibri"/>
              </a:rPr>
              <a:t>a</a:t>
            </a:r>
            <a:r>
              <a:rPr sz="1100" i="1" spc="0" dirty="0" smtClean="0">
                <a:latin typeface="Calibri"/>
                <a:cs typeface="Calibri"/>
              </a:rPr>
              <a:t>r</a:t>
            </a:r>
            <a:r>
              <a:rPr sz="1100" i="1" spc="-5" dirty="0" smtClean="0">
                <a:latin typeface="Calibri"/>
                <a:cs typeface="Calibri"/>
              </a:rPr>
              <a:t>g</a:t>
            </a:r>
            <a:r>
              <a:rPr sz="1100" i="1" spc="0" dirty="0" smtClean="0">
                <a:latin typeface="Calibri"/>
                <a:cs typeface="Calibri"/>
              </a:rPr>
              <a:t>i</a:t>
            </a:r>
            <a:r>
              <a:rPr sz="1100" i="1" spc="-10" dirty="0" smtClean="0">
                <a:latin typeface="Calibri"/>
                <a:cs typeface="Calibri"/>
              </a:rPr>
              <a:t>n</a:t>
            </a:r>
            <a:r>
              <a:rPr sz="1100" i="1" spc="0" dirty="0" smtClean="0">
                <a:latin typeface="Calibri"/>
                <a:cs typeface="Calibri"/>
              </a:rPr>
              <a:t>g</a:t>
            </a:r>
            <a:r>
              <a:rPr sz="1100" i="1" spc="-1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en</a:t>
            </a:r>
            <a:r>
              <a:rPr sz="1100" i="1" spc="-10" dirty="0" smtClean="0">
                <a:latin typeface="Calibri"/>
                <a:cs typeface="Calibri"/>
              </a:rPr>
              <a:t>o</a:t>
            </a:r>
            <a:r>
              <a:rPr sz="1100" i="1" spc="-5" dirty="0" smtClean="0">
                <a:latin typeface="Calibri"/>
                <a:cs typeface="Calibri"/>
              </a:rPr>
              <a:t>ugh</a:t>
            </a:r>
            <a:r>
              <a:rPr sz="1100" i="1" spc="0" dirty="0" smtClean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i="1" dirty="0" smtClean="0">
                <a:latin typeface="Calibri"/>
                <a:cs typeface="Calibri"/>
              </a:rPr>
              <a:t>Is</a:t>
            </a:r>
            <a:r>
              <a:rPr sz="1100" i="1" spc="-10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y</a:t>
            </a:r>
            <a:r>
              <a:rPr sz="1100" i="1" spc="-5" dirty="0" smtClean="0">
                <a:latin typeface="Calibri"/>
                <a:cs typeface="Calibri"/>
              </a:rPr>
              <a:t>ou</a:t>
            </a:r>
            <a:r>
              <a:rPr sz="1100" i="1" spc="0" dirty="0" smtClean="0">
                <a:latin typeface="Calibri"/>
                <a:cs typeface="Calibri"/>
              </a:rPr>
              <a:t>r</a:t>
            </a:r>
            <a:r>
              <a:rPr sz="1100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market</a:t>
            </a:r>
            <a:r>
              <a:rPr sz="1100" i="1" spc="-30" dirty="0" smtClean="0">
                <a:latin typeface="Calibri"/>
                <a:cs typeface="Calibri"/>
              </a:rPr>
              <a:t> </a:t>
            </a:r>
            <a:r>
              <a:rPr sz="1100" i="1" spc="-5" dirty="0" smtClean="0">
                <a:latin typeface="Calibri"/>
                <a:cs typeface="Calibri"/>
              </a:rPr>
              <a:t>b</a:t>
            </a:r>
            <a:r>
              <a:rPr sz="1100" i="1" spc="0" dirty="0" smtClean="0">
                <a:latin typeface="Calibri"/>
                <a:cs typeface="Calibri"/>
              </a:rPr>
              <a:t>ig</a:t>
            </a:r>
            <a:r>
              <a:rPr sz="1100" i="1" spc="-5" dirty="0" smtClean="0">
                <a:latin typeface="Calibri"/>
                <a:cs typeface="Calibri"/>
              </a:rPr>
              <a:t> </a:t>
            </a:r>
            <a:r>
              <a:rPr sz="1100" i="1" spc="0" dirty="0" smtClean="0">
                <a:latin typeface="Calibri"/>
                <a:cs typeface="Calibri"/>
              </a:rPr>
              <a:t>eno</a:t>
            </a:r>
            <a:r>
              <a:rPr sz="1100" i="1" spc="-10" dirty="0" smtClean="0">
                <a:latin typeface="Calibri"/>
                <a:cs typeface="Calibri"/>
              </a:rPr>
              <a:t>u</a:t>
            </a:r>
            <a:r>
              <a:rPr sz="1100" i="1" spc="-5" dirty="0" smtClean="0">
                <a:latin typeface="Calibri"/>
                <a:cs typeface="Calibri"/>
              </a:rPr>
              <a:t>gh</a:t>
            </a:r>
            <a:r>
              <a:rPr sz="1100" i="1" spc="0" dirty="0" smtClean="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</Words>
  <Application>Microsoft Macintosh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Jonathan</dc:creator>
  <cp:lastModifiedBy>Brett Cicerone</cp:lastModifiedBy>
  <cp:revision>1</cp:revision>
  <dcterms:created xsi:type="dcterms:W3CDTF">2014-09-11T11:21:03Z</dcterms:created>
  <dcterms:modified xsi:type="dcterms:W3CDTF">2014-09-11T10:21:59Z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2013-10-28T00:00:00Z</vt:filetime>
  </property>
  <property fmtid="{D5CDD505-2E9C-101B-9397-08002B2CF9AE}" pid="3" name="LastSaved">
    <vt:filetime>2014-09-11T00:00:00Z</vt:filetime>
  </property>
</Properties>
</file>