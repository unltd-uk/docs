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5" d="100"/>
          <a:sy n="115" d="100"/>
        </p:scale>
        <p:origin x="37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C805B-02DB-45A7-86F5-272698BE3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FF6AEB-8763-4932-A297-2444140AE6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5DD7F8-A1BA-4213-BF8F-389577C7B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A8865-4088-4868-ADE0-B44CB5CB2B1A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2DF442-892D-4139-B589-E64CF397E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1B5C2-F3EA-46A3-9EA2-813D92C23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6054-74BE-486C-A173-08440D7FF0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6338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07912-E71F-4B14-B939-DA9A91EE2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4D2DE-A1B0-4065-A671-76F941248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DF4EF-B790-4242-BB33-161854A98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A8865-4088-4868-ADE0-B44CB5CB2B1A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75147-63A5-42B3-8792-2FDD4E1A0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316D1-6845-4CB4-AB5D-B03F558D6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6054-74BE-486C-A173-08440D7FF0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381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62313-C9E3-4561-A180-86E0F7123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5A6EF1-00AD-44F6-9F2B-E5157ECC78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3C39B-80AC-4A13-AEC2-C878294A2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A8865-4088-4868-ADE0-B44CB5CB2B1A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EB73C-82FE-42C4-84AE-6A830122C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225D7-A06C-420B-94BB-92A917575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6054-74BE-486C-A173-08440D7FF0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4281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888CA-CA1E-4A54-A5A9-CE7AA266A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5DC82-9AC2-40A9-9C84-63A80C4B4D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7E688F-54DF-4AB4-AA14-A0F3AEAD19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85914A-A795-4E48-88D7-B9695F23D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A8865-4088-4868-ADE0-B44CB5CB2B1A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47F429-06D8-4B31-BF6E-2199E698B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EDB0D7-54E4-40E6-BA68-2BE80BF92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6054-74BE-486C-A173-08440D7FF0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3344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DA7CD-1597-48BE-B1D5-B162BBE35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3436BC-849E-42C8-A9F5-228178E58F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884030-EE55-49A2-93DD-7CE820C910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280575-5DF2-4027-858F-590C6B313B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AB57F0-75E3-40FF-B816-D4F93D9C7B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C9CCBA-9FC4-41C8-B325-603492B5B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A8865-4088-4868-ADE0-B44CB5CB2B1A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C8D468-8495-44D9-AE1F-DB7F65870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4056E3-B08F-446B-AD7D-E3820EEC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6054-74BE-486C-A173-08440D7FF0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1649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B9C2F-E040-4621-A2B1-9CE92AAF9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65589C-E4D5-4E10-A154-A478A4B83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A8865-4088-4868-ADE0-B44CB5CB2B1A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19D147-10BD-4783-BA0C-B3804ECF7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B40D2-1E58-406D-A092-5E267721C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6054-74BE-486C-A173-08440D7FF0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2940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BB9F80-D478-4048-9D1F-A22525F9D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A8865-4088-4868-ADE0-B44CB5CB2B1A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7722A9-D374-49C1-8228-FECC64E7D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4171EB-3ABA-4900-BACB-ABA58E0C7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6054-74BE-486C-A173-08440D7FF0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2007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C4B49-1DB3-4302-B803-CD3D8B38E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75905-8629-4FF1-B84C-74D262FEC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3380AB-70FE-43D6-942F-5CC071205B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41CE3E-F4CD-481F-B64C-B4E3BECAC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A8865-4088-4868-ADE0-B44CB5CB2B1A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AA735-9A0D-4314-B268-053EE2283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110E8D-D79A-4A37-980D-20728D117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6054-74BE-486C-A173-08440D7FF0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2050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74F4C-14D2-44CA-B41B-634419B42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F7E292-7502-41F5-AE3E-24B50A97AC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5FF074-86A4-4C9D-A05F-918FA68871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24751E-A838-43EC-AB3F-7EA1EB543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A8865-4088-4868-ADE0-B44CB5CB2B1A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2E9D2E-1357-4BF2-BE69-8A7077BCD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0072A1-B9BB-478F-8052-2ABCA3C1C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6054-74BE-486C-A173-08440D7FF0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4263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9BE43-95C4-417D-BBE1-C70F3D3E6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408309-F7B1-4997-B4DC-63A51EB57E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01E2E-F774-4B5E-A334-E84FA2FB4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A8865-4088-4868-ADE0-B44CB5CB2B1A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6D329E-56AC-4A06-A085-4691038C5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352671-663E-491B-8A99-8FD19020A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6054-74BE-486C-A173-08440D7FF0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0013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E0CC1A-5C55-42CF-9478-22B1D61E64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BB887A-64E2-4D88-B599-8A5CA5D3F2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E79D3-FBC6-4272-B531-FD6955678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A8865-4088-4868-ADE0-B44CB5CB2B1A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EFCAFE-B6FB-4479-9F79-FA5EB8307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97C36-2813-4CF9-868F-AA2FFA7EA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6054-74BE-486C-A173-08440D7FF0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5751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5CCC7B-E2FC-4442-84B6-2792032F1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422A8A-5783-4F97-9C73-533D09BF0D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D31F82-92E4-4626-9CE3-E2E3E63E12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CA8865-4088-4868-ADE0-B44CB5CB2B1A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CADD0-B9A5-44BB-B5EE-F6C1AA562D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1524F-419E-4A8B-B270-F8AD016820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126054-74BE-486C-A173-08440D7FF0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9244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FF249-F746-48F0-AF67-AEB51550BC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40D987-963A-41EA-BAD0-F31C6A97ED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8CC42E-C9FD-4C5D-99FF-820A17F6FF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138" t="16352" r="14308" b="8598"/>
          <a:stretch/>
        </p:blipFill>
        <p:spPr>
          <a:xfrm>
            <a:off x="1026366" y="47690"/>
            <a:ext cx="10198361" cy="6698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9433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Tim Lages</dc:creator>
  <cp:lastModifiedBy>Tim Lages</cp:lastModifiedBy>
  <cp:revision>1</cp:revision>
  <dcterms:created xsi:type="dcterms:W3CDTF">2021-07-19T12:12:42Z</dcterms:created>
  <dcterms:modified xsi:type="dcterms:W3CDTF">2021-07-19T12:13:56Z</dcterms:modified>
</cp:coreProperties>
</file>