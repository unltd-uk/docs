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88" r:id="rId5"/>
  </p:sldMasterIdLst>
  <p:notesMasterIdLst>
    <p:notesMasterId r:id="rId39"/>
  </p:notesMasterIdLst>
  <p:handoutMasterIdLst>
    <p:handoutMasterId r:id="rId40"/>
  </p:handoutMasterIdLst>
  <p:sldIdLst>
    <p:sldId id="257" r:id="rId6"/>
    <p:sldId id="326" r:id="rId7"/>
    <p:sldId id="472" r:id="rId8"/>
    <p:sldId id="461" r:id="rId9"/>
    <p:sldId id="273" r:id="rId10"/>
    <p:sldId id="468" r:id="rId11"/>
    <p:sldId id="367" r:id="rId12"/>
    <p:sldId id="289" r:id="rId13"/>
    <p:sldId id="469" r:id="rId14"/>
    <p:sldId id="283" r:id="rId15"/>
    <p:sldId id="470" r:id="rId16"/>
    <p:sldId id="471" r:id="rId17"/>
    <p:sldId id="463" r:id="rId18"/>
    <p:sldId id="464" r:id="rId19"/>
    <p:sldId id="335" r:id="rId20"/>
    <p:sldId id="295" r:id="rId21"/>
    <p:sldId id="473" r:id="rId22"/>
    <p:sldId id="478" r:id="rId23"/>
    <p:sldId id="459" r:id="rId24"/>
    <p:sldId id="466" r:id="rId25"/>
    <p:sldId id="467" r:id="rId26"/>
    <p:sldId id="308" r:id="rId27"/>
    <p:sldId id="380" r:id="rId28"/>
    <p:sldId id="475" r:id="rId29"/>
    <p:sldId id="476" r:id="rId30"/>
    <p:sldId id="378" r:id="rId31"/>
    <p:sldId id="320" r:id="rId32"/>
    <p:sldId id="321" r:id="rId33"/>
    <p:sldId id="477" r:id="rId34"/>
    <p:sldId id="465" r:id="rId35"/>
    <p:sldId id="294" r:id="rId36"/>
    <p:sldId id="460" r:id="rId37"/>
    <p:sldId id="267" r:id="rId38"/>
  </p:sldIdLst>
  <p:sldSz cx="12192000" cy="6858000"/>
  <p:notesSz cx="6799263" cy="98758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200"/>
    <a:srgbClr val="B9EDFF"/>
    <a:srgbClr val="FF5D5D"/>
    <a:srgbClr val="472665"/>
    <a:srgbClr val="491A66"/>
    <a:srgbClr val="FFFF97"/>
    <a:srgbClr val="F370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90" autoAdjust="0"/>
    <p:restoredTop sz="78652" autoAdjust="0"/>
  </p:normalViewPr>
  <p:slideViewPr>
    <p:cSldViewPr snapToGrid="0">
      <p:cViewPr varScale="1">
        <p:scale>
          <a:sx n="66" d="100"/>
          <a:sy n="66" d="100"/>
        </p:scale>
        <p:origin x="1560" y="43"/>
      </p:cViewPr>
      <p:guideLst>
        <p:guide pos="3840"/>
        <p:guide orient="horz" pos="2160"/>
      </p:guideLst>
    </p:cSldViewPr>
  </p:slideViewPr>
  <p:outlineViewPr>
    <p:cViewPr>
      <p:scale>
        <a:sx n="33" d="100"/>
        <a:sy n="33" d="100"/>
      </p:scale>
      <p:origin x="0" y="-1800"/>
    </p:cViewPr>
  </p:outlineViewPr>
  <p:notesTextViewPr>
    <p:cViewPr>
      <p:scale>
        <a:sx n="65" d="100"/>
        <a:sy n="65" d="100"/>
      </p:scale>
      <p:origin x="0" y="0"/>
    </p:cViewPr>
  </p:notesTextViewPr>
  <p:notesViewPr>
    <p:cSldViewPr snapToGrid="0" showGuides="1">
      <p:cViewPr varScale="1">
        <p:scale>
          <a:sx n="87" d="100"/>
          <a:sy n="87" d="100"/>
        </p:scale>
        <p:origin x="3920" y="1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2DA643-28C4-D74C-87A9-3000FF24CC2E}" type="doc">
      <dgm:prSet loTypeId="urn:microsoft.com/office/officeart/2005/8/layout/chart3#1" qsTypeId="urn:microsoft.com/office/officeart/2005/8/quickstyle/simple1" qsCatId="simple" csTypeId="urn:microsoft.com/office/officeart/2005/8/colors/colorful2" csCatId="colorful" phldr="1"/>
      <dgm:spPr/>
    </dgm:pt>
    <dgm:pt modelId="{6051D522-FCFB-3245-B2E5-534DD0994A08}">
      <dgm:prSet phldrT="[Text]"/>
      <dgm:spPr/>
      <dgm:t>
        <a:bodyPr/>
        <a:lstStyle/>
        <a:p>
          <a:r>
            <a:rPr lang="en-GB" b="1"/>
            <a:t>Funders &amp; Customers</a:t>
          </a:r>
          <a:r>
            <a:rPr lang="en-GB"/>
            <a:t>: </a:t>
          </a:r>
          <a:br>
            <a:rPr lang="en-GB"/>
          </a:br>
          <a:r>
            <a:rPr lang="en-GB"/>
            <a:t>Who pays for activities in your organisation</a:t>
          </a:r>
        </a:p>
      </dgm:t>
    </dgm:pt>
    <dgm:pt modelId="{2611CDF2-2995-0047-A987-E0497B34972F}" type="parTrans" cxnId="{96E88E81-07C8-7542-8968-FA25D9D18A4D}">
      <dgm:prSet/>
      <dgm:spPr/>
      <dgm:t>
        <a:bodyPr/>
        <a:lstStyle/>
        <a:p>
          <a:endParaRPr lang="en-GB"/>
        </a:p>
      </dgm:t>
    </dgm:pt>
    <dgm:pt modelId="{2B29D201-25E1-A947-89B9-387FBE247E4C}" type="sibTrans" cxnId="{96E88E81-07C8-7542-8968-FA25D9D18A4D}">
      <dgm:prSet/>
      <dgm:spPr/>
      <dgm:t>
        <a:bodyPr/>
        <a:lstStyle/>
        <a:p>
          <a:endParaRPr lang="en-GB"/>
        </a:p>
      </dgm:t>
    </dgm:pt>
    <dgm:pt modelId="{05BC5095-2695-424C-8070-E08913BA7152}">
      <dgm:prSet phldrT="[Text]"/>
      <dgm:spPr/>
      <dgm:t>
        <a:bodyPr/>
        <a:lstStyle/>
        <a:p>
          <a:r>
            <a:rPr lang="en-GB" b="1"/>
            <a:t>Beneficiaries</a:t>
          </a:r>
          <a:r>
            <a:rPr lang="en-GB"/>
            <a:t>:</a:t>
          </a:r>
          <a:br>
            <a:rPr lang="en-GB"/>
          </a:br>
          <a:r>
            <a:rPr lang="en-GB"/>
            <a:t>Who benefits from your organisation's work</a:t>
          </a:r>
        </a:p>
      </dgm:t>
    </dgm:pt>
    <dgm:pt modelId="{CCF75CF9-83BB-D04B-A294-180BF07232D8}" type="parTrans" cxnId="{3AB34DA4-B90E-8A4E-86A7-0377CF7D39F0}">
      <dgm:prSet/>
      <dgm:spPr/>
      <dgm:t>
        <a:bodyPr/>
        <a:lstStyle/>
        <a:p>
          <a:endParaRPr lang="en-GB"/>
        </a:p>
      </dgm:t>
    </dgm:pt>
    <dgm:pt modelId="{A7E837E4-8967-BC49-9307-ED00F13921DE}" type="sibTrans" cxnId="{3AB34DA4-B90E-8A4E-86A7-0377CF7D39F0}">
      <dgm:prSet/>
      <dgm:spPr/>
      <dgm:t>
        <a:bodyPr/>
        <a:lstStyle/>
        <a:p>
          <a:endParaRPr lang="en-GB"/>
        </a:p>
      </dgm:t>
    </dgm:pt>
    <dgm:pt modelId="{E46A81E3-C778-E746-9995-3C45FB4E4957}">
      <dgm:prSet phldrT="[Text]"/>
      <dgm:spPr/>
      <dgm:t>
        <a:bodyPr/>
        <a:lstStyle/>
        <a:p>
          <a:r>
            <a:rPr lang="en-GB" b="1" dirty="0"/>
            <a:t>Partners &amp; Associates:</a:t>
          </a:r>
          <a:br>
            <a:rPr lang="en-GB" b="1" dirty="0"/>
          </a:br>
          <a:r>
            <a:rPr lang="en-GB" dirty="0"/>
            <a:t>Others who you work with</a:t>
          </a:r>
        </a:p>
      </dgm:t>
    </dgm:pt>
    <dgm:pt modelId="{94A2468C-0B7E-AF44-BEC4-D2D16A91DB67}" type="parTrans" cxnId="{F5FECA06-86C9-E240-AE20-E58A0F478F35}">
      <dgm:prSet/>
      <dgm:spPr/>
      <dgm:t>
        <a:bodyPr/>
        <a:lstStyle/>
        <a:p>
          <a:endParaRPr lang="en-GB"/>
        </a:p>
      </dgm:t>
    </dgm:pt>
    <dgm:pt modelId="{C28E1E91-49FC-7343-8407-522DD166AF92}" type="sibTrans" cxnId="{F5FECA06-86C9-E240-AE20-E58A0F478F35}">
      <dgm:prSet/>
      <dgm:spPr/>
      <dgm:t>
        <a:bodyPr/>
        <a:lstStyle/>
        <a:p>
          <a:endParaRPr lang="en-GB"/>
        </a:p>
      </dgm:t>
    </dgm:pt>
    <dgm:pt modelId="{96412F31-4065-4B45-B6AB-6ECB16115384}" type="pres">
      <dgm:prSet presAssocID="{522DA643-28C4-D74C-87A9-3000FF24CC2E}" presName="compositeShape" presStyleCnt="0">
        <dgm:presLayoutVars>
          <dgm:chMax val="7"/>
          <dgm:dir/>
          <dgm:resizeHandles val="exact"/>
        </dgm:presLayoutVars>
      </dgm:prSet>
      <dgm:spPr/>
    </dgm:pt>
    <dgm:pt modelId="{765D96D9-36D8-1F4E-9F83-DE2F47EE1C2C}" type="pres">
      <dgm:prSet presAssocID="{522DA643-28C4-D74C-87A9-3000FF24CC2E}" presName="wedge1" presStyleLbl="node1" presStyleIdx="0" presStyleCnt="3" custScaleY="102363" custLinFactNeighborX="-5500" custLinFactNeighborY="3529"/>
      <dgm:spPr/>
    </dgm:pt>
    <dgm:pt modelId="{630CDA45-009C-F344-8275-F0C38D314C89}" type="pres">
      <dgm:prSet presAssocID="{522DA643-28C4-D74C-87A9-3000FF24CC2E}" presName="wedge1Tx" presStyleLbl="node1" presStyleIdx="0" presStyleCnt="3">
        <dgm:presLayoutVars>
          <dgm:chMax val="0"/>
          <dgm:chPref val="0"/>
          <dgm:bulletEnabled val="1"/>
        </dgm:presLayoutVars>
      </dgm:prSet>
      <dgm:spPr/>
    </dgm:pt>
    <dgm:pt modelId="{AB5B4A68-EBFF-F446-9932-3339409992CF}" type="pres">
      <dgm:prSet presAssocID="{522DA643-28C4-D74C-87A9-3000FF24CC2E}" presName="wedge2" presStyleLbl="node1" presStyleIdx="1" presStyleCnt="3"/>
      <dgm:spPr/>
    </dgm:pt>
    <dgm:pt modelId="{73853E2A-0164-F64B-84A4-6BFA88A1E4BB}" type="pres">
      <dgm:prSet presAssocID="{522DA643-28C4-D74C-87A9-3000FF24CC2E}" presName="wedge2Tx" presStyleLbl="node1" presStyleIdx="1" presStyleCnt="3">
        <dgm:presLayoutVars>
          <dgm:chMax val="0"/>
          <dgm:chPref val="0"/>
          <dgm:bulletEnabled val="1"/>
        </dgm:presLayoutVars>
      </dgm:prSet>
      <dgm:spPr/>
    </dgm:pt>
    <dgm:pt modelId="{FD7D95E4-3982-3B4D-AF94-F6AFABAF9215}" type="pres">
      <dgm:prSet presAssocID="{522DA643-28C4-D74C-87A9-3000FF24CC2E}" presName="wedge3" presStyleLbl="node1" presStyleIdx="2" presStyleCnt="3"/>
      <dgm:spPr/>
    </dgm:pt>
    <dgm:pt modelId="{DEE346BA-2AE9-9844-96F5-E9D97C167753}" type="pres">
      <dgm:prSet presAssocID="{522DA643-28C4-D74C-87A9-3000FF24CC2E}" presName="wedge3Tx" presStyleLbl="node1" presStyleIdx="2" presStyleCnt="3">
        <dgm:presLayoutVars>
          <dgm:chMax val="0"/>
          <dgm:chPref val="0"/>
          <dgm:bulletEnabled val="1"/>
        </dgm:presLayoutVars>
      </dgm:prSet>
      <dgm:spPr/>
    </dgm:pt>
  </dgm:ptLst>
  <dgm:cxnLst>
    <dgm:cxn modelId="{F5FECA06-86C9-E240-AE20-E58A0F478F35}" srcId="{522DA643-28C4-D74C-87A9-3000FF24CC2E}" destId="{E46A81E3-C778-E746-9995-3C45FB4E4957}" srcOrd="2" destOrd="0" parTransId="{94A2468C-0B7E-AF44-BEC4-D2D16A91DB67}" sibTransId="{C28E1E91-49FC-7343-8407-522DD166AF92}"/>
    <dgm:cxn modelId="{20B3AF11-1F90-9943-B574-C57E2DFF59C0}" type="presOf" srcId="{522DA643-28C4-D74C-87A9-3000FF24CC2E}" destId="{96412F31-4065-4B45-B6AB-6ECB16115384}" srcOrd="0" destOrd="0" presId="urn:microsoft.com/office/officeart/2005/8/layout/chart3#1"/>
    <dgm:cxn modelId="{3E9D565E-FB3F-124C-8DBA-A8440D671DBD}" type="presOf" srcId="{05BC5095-2695-424C-8070-E08913BA7152}" destId="{73853E2A-0164-F64B-84A4-6BFA88A1E4BB}" srcOrd="1" destOrd="0" presId="urn:microsoft.com/office/officeart/2005/8/layout/chart3#1"/>
    <dgm:cxn modelId="{53A20860-45D7-3B41-9C3C-EDA9A5F12515}" type="presOf" srcId="{6051D522-FCFB-3245-B2E5-534DD0994A08}" destId="{765D96D9-36D8-1F4E-9F83-DE2F47EE1C2C}" srcOrd="0" destOrd="0" presId="urn:microsoft.com/office/officeart/2005/8/layout/chart3#1"/>
    <dgm:cxn modelId="{80B15744-6768-8244-B95D-D1905381D2E3}" type="presOf" srcId="{05BC5095-2695-424C-8070-E08913BA7152}" destId="{AB5B4A68-EBFF-F446-9932-3339409992CF}" srcOrd="0" destOrd="0" presId="urn:microsoft.com/office/officeart/2005/8/layout/chart3#1"/>
    <dgm:cxn modelId="{83869D67-F6B4-1044-93E7-47772CBD118C}" type="presOf" srcId="{6051D522-FCFB-3245-B2E5-534DD0994A08}" destId="{630CDA45-009C-F344-8275-F0C38D314C89}" srcOrd="1" destOrd="0" presId="urn:microsoft.com/office/officeart/2005/8/layout/chart3#1"/>
    <dgm:cxn modelId="{96E88E81-07C8-7542-8968-FA25D9D18A4D}" srcId="{522DA643-28C4-D74C-87A9-3000FF24CC2E}" destId="{6051D522-FCFB-3245-B2E5-534DD0994A08}" srcOrd="0" destOrd="0" parTransId="{2611CDF2-2995-0047-A987-E0497B34972F}" sibTransId="{2B29D201-25E1-A947-89B9-387FBE247E4C}"/>
    <dgm:cxn modelId="{ACD5939E-DDF7-BB4A-A26C-8F53C9636359}" type="presOf" srcId="{E46A81E3-C778-E746-9995-3C45FB4E4957}" destId="{FD7D95E4-3982-3B4D-AF94-F6AFABAF9215}" srcOrd="0" destOrd="0" presId="urn:microsoft.com/office/officeart/2005/8/layout/chart3#1"/>
    <dgm:cxn modelId="{3AB34DA4-B90E-8A4E-86A7-0377CF7D39F0}" srcId="{522DA643-28C4-D74C-87A9-3000FF24CC2E}" destId="{05BC5095-2695-424C-8070-E08913BA7152}" srcOrd="1" destOrd="0" parTransId="{CCF75CF9-83BB-D04B-A294-180BF07232D8}" sibTransId="{A7E837E4-8967-BC49-9307-ED00F13921DE}"/>
    <dgm:cxn modelId="{F05960C3-18AF-6645-A044-D5E5087DA881}" type="presOf" srcId="{E46A81E3-C778-E746-9995-3C45FB4E4957}" destId="{DEE346BA-2AE9-9844-96F5-E9D97C167753}" srcOrd="1" destOrd="0" presId="urn:microsoft.com/office/officeart/2005/8/layout/chart3#1"/>
    <dgm:cxn modelId="{6F0E93A4-4D19-F54B-BCD9-B346BF0AF3AC}" type="presParOf" srcId="{96412F31-4065-4B45-B6AB-6ECB16115384}" destId="{765D96D9-36D8-1F4E-9F83-DE2F47EE1C2C}" srcOrd="0" destOrd="0" presId="urn:microsoft.com/office/officeart/2005/8/layout/chart3#1"/>
    <dgm:cxn modelId="{C6E3772F-FB48-DF41-B1EF-B9AEF304ACEF}" type="presParOf" srcId="{96412F31-4065-4B45-B6AB-6ECB16115384}" destId="{630CDA45-009C-F344-8275-F0C38D314C89}" srcOrd="1" destOrd="0" presId="urn:microsoft.com/office/officeart/2005/8/layout/chart3#1"/>
    <dgm:cxn modelId="{B5CABCCC-A8B2-854E-9C66-2F293EF88A58}" type="presParOf" srcId="{96412F31-4065-4B45-B6AB-6ECB16115384}" destId="{AB5B4A68-EBFF-F446-9932-3339409992CF}" srcOrd="2" destOrd="0" presId="urn:microsoft.com/office/officeart/2005/8/layout/chart3#1"/>
    <dgm:cxn modelId="{75205745-E6F7-494F-A05B-764C951243D4}" type="presParOf" srcId="{96412F31-4065-4B45-B6AB-6ECB16115384}" destId="{73853E2A-0164-F64B-84A4-6BFA88A1E4BB}" srcOrd="3" destOrd="0" presId="urn:microsoft.com/office/officeart/2005/8/layout/chart3#1"/>
    <dgm:cxn modelId="{C75AFFB0-4DF4-3D45-9B64-5A8C61DF6DF5}" type="presParOf" srcId="{96412F31-4065-4B45-B6AB-6ECB16115384}" destId="{FD7D95E4-3982-3B4D-AF94-F6AFABAF9215}" srcOrd="4" destOrd="0" presId="urn:microsoft.com/office/officeart/2005/8/layout/chart3#1"/>
    <dgm:cxn modelId="{F90FBA11-510F-6B46-8ECF-59B8AA387BC2}" type="presParOf" srcId="{96412F31-4065-4B45-B6AB-6ECB16115384}" destId="{DEE346BA-2AE9-9844-96F5-E9D97C167753}" srcOrd="5" destOrd="0" presId="urn:microsoft.com/office/officeart/2005/8/layout/chart3#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5E04EC4-B23F-4D47-8133-FEAB511862CB}" type="doc">
      <dgm:prSet loTypeId="urn:microsoft.com/office/officeart/2005/8/layout/pyramid2" qsTypeId="urn:microsoft.com/office/officeart/2005/8/quickstyle/simple1" qsCatId="simple" csTypeId="urn:microsoft.com/office/officeart/2005/8/colors/accent1_1" csCatId="accent1" phldr="1"/>
      <dgm:spPr/>
    </dgm:pt>
    <dgm:pt modelId="{9F6A7D89-C78B-7043-83EA-6590B2C423B3}">
      <dgm:prSet phldrT="[Text]" custT="1"/>
      <dgm:spPr>
        <a:solidFill>
          <a:schemeClr val="accent5">
            <a:alpha val="90000"/>
          </a:schemeClr>
        </a:solidFill>
        <a:ln>
          <a:noFill/>
        </a:ln>
      </dgm:spPr>
      <dgm:t>
        <a:bodyPr/>
        <a:lstStyle/>
        <a:p>
          <a:r>
            <a:rPr lang="en-GB" sz="1600" b="1">
              <a:solidFill>
                <a:schemeClr val="bg1"/>
              </a:solidFill>
            </a:rPr>
            <a:t>Impact</a:t>
          </a:r>
          <a:br>
            <a:rPr lang="en-GB" sz="1600" b="1">
              <a:solidFill>
                <a:schemeClr val="bg1"/>
              </a:solidFill>
            </a:rPr>
          </a:br>
          <a:r>
            <a:rPr lang="en-GB" sz="1600" b="0">
              <a:solidFill>
                <a:schemeClr val="bg1"/>
              </a:solidFill>
            </a:rPr>
            <a:t>Why does your organisation exists?</a:t>
          </a:r>
          <a:br>
            <a:rPr lang="en-GB" sz="1600" b="0">
              <a:solidFill>
                <a:schemeClr val="bg1"/>
              </a:solidFill>
            </a:rPr>
          </a:br>
          <a:r>
            <a:rPr lang="en-GB" sz="1600" b="0">
              <a:solidFill>
                <a:schemeClr val="bg1"/>
              </a:solidFill>
            </a:rPr>
            <a:t>What is the </a:t>
          </a:r>
          <a:r>
            <a:rPr lang="en-GB" sz="1600">
              <a:solidFill>
                <a:schemeClr val="bg1"/>
              </a:solidFill>
            </a:rPr>
            <a:t>one big change in the world you want to see?</a:t>
          </a:r>
        </a:p>
      </dgm:t>
    </dgm:pt>
    <dgm:pt modelId="{8CF918D2-DA5C-BF43-B9B0-5783D7EB8461}" type="parTrans" cxnId="{A3FAD571-7CE5-404A-B65D-5F81BA78B885}">
      <dgm:prSet/>
      <dgm:spPr/>
      <dgm:t>
        <a:bodyPr/>
        <a:lstStyle/>
        <a:p>
          <a:endParaRPr lang="en-GB"/>
        </a:p>
      </dgm:t>
    </dgm:pt>
    <dgm:pt modelId="{DEB49694-38D7-2E4C-A26B-86961A99DD57}" type="sibTrans" cxnId="{A3FAD571-7CE5-404A-B65D-5F81BA78B885}">
      <dgm:prSet/>
      <dgm:spPr/>
      <dgm:t>
        <a:bodyPr/>
        <a:lstStyle/>
        <a:p>
          <a:endParaRPr lang="en-GB"/>
        </a:p>
      </dgm:t>
    </dgm:pt>
    <dgm:pt modelId="{7A98F519-2AF1-104E-AFAC-B5F8DD12A064}">
      <dgm:prSet phldrT="[Text]" custT="1"/>
      <dgm:spPr>
        <a:solidFill>
          <a:schemeClr val="accent4">
            <a:alpha val="90000"/>
          </a:schemeClr>
        </a:solidFill>
        <a:ln>
          <a:noFill/>
        </a:ln>
      </dgm:spPr>
      <dgm:t>
        <a:bodyPr/>
        <a:lstStyle/>
        <a:p>
          <a:r>
            <a:rPr lang="en-GB" sz="1600" b="1">
              <a:solidFill>
                <a:schemeClr val="bg1"/>
              </a:solidFill>
            </a:rPr>
            <a:t>Outcomes</a:t>
          </a:r>
        </a:p>
        <a:p>
          <a:r>
            <a:rPr lang="en-GB" sz="1600">
              <a:solidFill>
                <a:schemeClr val="bg1"/>
              </a:solidFill>
            </a:rPr>
            <a:t>How do your affect change for</a:t>
          </a:r>
          <a:br>
            <a:rPr lang="en-GB" sz="1600">
              <a:solidFill>
                <a:schemeClr val="bg1"/>
              </a:solidFill>
            </a:rPr>
          </a:br>
          <a:r>
            <a:rPr lang="en-GB" sz="1600">
              <a:solidFill>
                <a:schemeClr val="bg1"/>
              </a:solidFill>
            </a:rPr>
            <a:t>your users to drive impact?</a:t>
          </a:r>
        </a:p>
      </dgm:t>
    </dgm:pt>
    <dgm:pt modelId="{DCEEFD93-C01B-214F-841A-2F0E3F966BB8}" type="parTrans" cxnId="{1674A876-63C5-6344-AC95-104F4E0910B2}">
      <dgm:prSet/>
      <dgm:spPr/>
      <dgm:t>
        <a:bodyPr/>
        <a:lstStyle/>
        <a:p>
          <a:endParaRPr lang="en-GB"/>
        </a:p>
      </dgm:t>
    </dgm:pt>
    <dgm:pt modelId="{F35BFB14-5B0E-8847-B926-DFAA5EC5B98B}" type="sibTrans" cxnId="{1674A876-63C5-6344-AC95-104F4E0910B2}">
      <dgm:prSet/>
      <dgm:spPr/>
      <dgm:t>
        <a:bodyPr/>
        <a:lstStyle/>
        <a:p>
          <a:endParaRPr lang="en-GB"/>
        </a:p>
      </dgm:t>
    </dgm:pt>
    <dgm:pt modelId="{C910CBB9-D5A1-214D-9987-26BEC1115E28}">
      <dgm:prSet phldrT="[Text]" custT="1"/>
      <dgm:spPr>
        <a:solidFill>
          <a:schemeClr val="accent3">
            <a:alpha val="90000"/>
          </a:schemeClr>
        </a:solidFill>
        <a:ln>
          <a:noFill/>
        </a:ln>
      </dgm:spPr>
      <dgm:t>
        <a:bodyPr/>
        <a:lstStyle/>
        <a:p>
          <a:r>
            <a:rPr lang="en-GB" sz="1600" b="1">
              <a:solidFill>
                <a:schemeClr val="bg1"/>
              </a:solidFill>
            </a:rPr>
            <a:t>Outputs</a:t>
          </a:r>
        </a:p>
        <a:p>
          <a:r>
            <a:rPr lang="en-GB" sz="1600">
              <a:solidFill>
                <a:schemeClr val="bg1"/>
              </a:solidFill>
            </a:rPr>
            <a:t>What goods &amp; services you provide that drive change for your beneficiaries?</a:t>
          </a:r>
        </a:p>
      </dgm:t>
    </dgm:pt>
    <dgm:pt modelId="{E6358B42-F46E-3742-9DD9-D9D9DB2E33B8}" type="parTrans" cxnId="{6F4D2169-2BD2-4644-A46B-5C5B68655502}">
      <dgm:prSet/>
      <dgm:spPr/>
      <dgm:t>
        <a:bodyPr/>
        <a:lstStyle/>
        <a:p>
          <a:endParaRPr lang="en-GB"/>
        </a:p>
      </dgm:t>
    </dgm:pt>
    <dgm:pt modelId="{335B5175-DB96-3849-9BC9-03485A9DB478}" type="sibTrans" cxnId="{6F4D2169-2BD2-4644-A46B-5C5B68655502}">
      <dgm:prSet/>
      <dgm:spPr/>
      <dgm:t>
        <a:bodyPr/>
        <a:lstStyle/>
        <a:p>
          <a:endParaRPr lang="en-GB"/>
        </a:p>
      </dgm:t>
    </dgm:pt>
    <dgm:pt modelId="{6242B5BD-497D-184D-9D4E-A677F12B397A}">
      <dgm:prSet phldrT="[Text]" custT="1"/>
      <dgm:spPr>
        <a:solidFill>
          <a:schemeClr val="accent2">
            <a:alpha val="90000"/>
          </a:schemeClr>
        </a:solidFill>
        <a:ln>
          <a:noFill/>
        </a:ln>
      </dgm:spPr>
      <dgm:t>
        <a:bodyPr/>
        <a:lstStyle/>
        <a:p>
          <a:r>
            <a:rPr lang="en-GB" sz="1600" b="1">
              <a:solidFill>
                <a:schemeClr val="bg1"/>
              </a:solidFill>
            </a:rPr>
            <a:t>Activities/</a:t>
          </a:r>
          <a:br>
            <a:rPr lang="en-GB" sz="1600" b="1">
              <a:solidFill>
                <a:schemeClr val="bg1"/>
              </a:solidFill>
            </a:rPr>
          </a:br>
          <a:r>
            <a:rPr lang="en-GB" sz="1600" b="1">
              <a:solidFill>
                <a:schemeClr val="bg1"/>
              </a:solidFill>
            </a:rPr>
            <a:t> Resources</a:t>
          </a:r>
        </a:p>
        <a:p>
          <a:r>
            <a:rPr lang="en-GB" sz="1600">
              <a:solidFill>
                <a:schemeClr val="bg1"/>
              </a:solidFill>
            </a:rPr>
            <a:t>What do you need to have/do to provide </a:t>
          </a:r>
          <a:br>
            <a:rPr lang="en-GB" sz="1600">
              <a:solidFill>
                <a:schemeClr val="bg1"/>
              </a:solidFill>
            </a:rPr>
          </a:br>
          <a:r>
            <a:rPr lang="en-GB" sz="1600">
              <a:solidFill>
                <a:schemeClr val="bg1"/>
              </a:solidFill>
            </a:rPr>
            <a:t>the goods &amp; services?</a:t>
          </a:r>
        </a:p>
      </dgm:t>
    </dgm:pt>
    <dgm:pt modelId="{A225E3CC-61E7-E341-AF5E-A72312EBE689}" type="parTrans" cxnId="{528A4705-026B-F848-8181-5A888F821765}">
      <dgm:prSet/>
      <dgm:spPr/>
      <dgm:t>
        <a:bodyPr/>
        <a:lstStyle/>
        <a:p>
          <a:endParaRPr lang="en-GB"/>
        </a:p>
      </dgm:t>
    </dgm:pt>
    <dgm:pt modelId="{D45EF1F5-132E-D848-B275-AC7C44549A45}" type="sibTrans" cxnId="{528A4705-026B-F848-8181-5A888F821765}">
      <dgm:prSet/>
      <dgm:spPr/>
      <dgm:t>
        <a:bodyPr/>
        <a:lstStyle/>
        <a:p>
          <a:endParaRPr lang="en-GB"/>
        </a:p>
      </dgm:t>
    </dgm:pt>
    <dgm:pt modelId="{45340ED8-1DEC-D642-A597-9760A674BFCA}" type="pres">
      <dgm:prSet presAssocID="{E5E04EC4-B23F-4D47-8133-FEAB511862CB}" presName="compositeShape" presStyleCnt="0">
        <dgm:presLayoutVars>
          <dgm:dir/>
          <dgm:resizeHandles/>
        </dgm:presLayoutVars>
      </dgm:prSet>
      <dgm:spPr/>
    </dgm:pt>
    <dgm:pt modelId="{30B8491A-BA6B-0E41-B62F-E536224E3D05}" type="pres">
      <dgm:prSet presAssocID="{E5E04EC4-B23F-4D47-8133-FEAB511862CB}" presName="pyramid" presStyleLbl="node1" presStyleIdx="0" presStyleCnt="1" custScaleY="84335" custLinFactNeighborX="14337"/>
      <dgm:spPr/>
    </dgm:pt>
    <dgm:pt modelId="{6CBA2487-16AA-3F4C-845B-12BA8580A10E}" type="pres">
      <dgm:prSet presAssocID="{E5E04EC4-B23F-4D47-8133-FEAB511862CB}" presName="theList" presStyleCnt="0"/>
      <dgm:spPr/>
    </dgm:pt>
    <dgm:pt modelId="{025C990F-A394-9D4F-A4B6-7BD2B596FDD8}" type="pres">
      <dgm:prSet presAssocID="{9F6A7D89-C78B-7043-83EA-6590B2C423B3}" presName="aNode" presStyleLbl="fgAcc1" presStyleIdx="0" presStyleCnt="4">
        <dgm:presLayoutVars>
          <dgm:bulletEnabled val="1"/>
        </dgm:presLayoutVars>
      </dgm:prSet>
      <dgm:spPr/>
    </dgm:pt>
    <dgm:pt modelId="{0395AC11-BC5B-D84A-BAA3-1D457B32F4D6}" type="pres">
      <dgm:prSet presAssocID="{9F6A7D89-C78B-7043-83EA-6590B2C423B3}" presName="aSpace" presStyleCnt="0"/>
      <dgm:spPr/>
    </dgm:pt>
    <dgm:pt modelId="{59B6AAB3-84D5-FE43-A080-D156998BEF0C}" type="pres">
      <dgm:prSet presAssocID="{7A98F519-2AF1-104E-AFAC-B5F8DD12A064}" presName="aNode" presStyleLbl="fgAcc1" presStyleIdx="1" presStyleCnt="4">
        <dgm:presLayoutVars>
          <dgm:bulletEnabled val="1"/>
        </dgm:presLayoutVars>
      </dgm:prSet>
      <dgm:spPr/>
    </dgm:pt>
    <dgm:pt modelId="{BC760626-CFDD-DE4F-9EAB-46BCEB6C55F2}" type="pres">
      <dgm:prSet presAssocID="{7A98F519-2AF1-104E-AFAC-B5F8DD12A064}" presName="aSpace" presStyleCnt="0"/>
      <dgm:spPr/>
    </dgm:pt>
    <dgm:pt modelId="{14111412-5C99-FD4C-877D-BFA0C90EFDB0}" type="pres">
      <dgm:prSet presAssocID="{C910CBB9-D5A1-214D-9987-26BEC1115E28}" presName="aNode" presStyleLbl="fgAcc1" presStyleIdx="2" presStyleCnt="4">
        <dgm:presLayoutVars>
          <dgm:bulletEnabled val="1"/>
        </dgm:presLayoutVars>
      </dgm:prSet>
      <dgm:spPr/>
    </dgm:pt>
    <dgm:pt modelId="{9440B5F2-A978-4E42-ADE7-A70BC8B65D6F}" type="pres">
      <dgm:prSet presAssocID="{C910CBB9-D5A1-214D-9987-26BEC1115E28}" presName="aSpace" presStyleCnt="0"/>
      <dgm:spPr/>
    </dgm:pt>
    <dgm:pt modelId="{63B1D574-EAC1-D14E-B354-E8C3AE15DEA8}" type="pres">
      <dgm:prSet presAssocID="{6242B5BD-497D-184D-9D4E-A677F12B397A}" presName="aNode" presStyleLbl="fgAcc1" presStyleIdx="3" presStyleCnt="4">
        <dgm:presLayoutVars>
          <dgm:bulletEnabled val="1"/>
        </dgm:presLayoutVars>
      </dgm:prSet>
      <dgm:spPr/>
    </dgm:pt>
    <dgm:pt modelId="{B06B61BE-874D-F444-8D58-F71FCCF809BE}" type="pres">
      <dgm:prSet presAssocID="{6242B5BD-497D-184D-9D4E-A677F12B397A}" presName="aSpace" presStyleCnt="0"/>
      <dgm:spPr/>
    </dgm:pt>
  </dgm:ptLst>
  <dgm:cxnLst>
    <dgm:cxn modelId="{528A4705-026B-F848-8181-5A888F821765}" srcId="{E5E04EC4-B23F-4D47-8133-FEAB511862CB}" destId="{6242B5BD-497D-184D-9D4E-A677F12B397A}" srcOrd="3" destOrd="0" parTransId="{A225E3CC-61E7-E341-AF5E-A72312EBE689}" sibTransId="{D45EF1F5-132E-D848-B275-AC7C44549A45}"/>
    <dgm:cxn modelId="{EDF8AD16-B66E-264F-BE92-F19FD6B58451}" type="presOf" srcId="{E5E04EC4-B23F-4D47-8133-FEAB511862CB}" destId="{45340ED8-1DEC-D642-A597-9760A674BFCA}" srcOrd="0" destOrd="0" presId="urn:microsoft.com/office/officeart/2005/8/layout/pyramid2"/>
    <dgm:cxn modelId="{2ABCEB37-8A9C-AC4A-AEBB-853382634F91}" type="presOf" srcId="{C910CBB9-D5A1-214D-9987-26BEC1115E28}" destId="{14111412-5C99-FD4C-877D-BFA0C90EFDB0}" srcOrd="0" destOrd="0" presId="urn:microsoft.com/office/officeart/2005/8/layout/pyramid2"/>
    <dgm:cxn modelId="{6F4D2169-2BD2-4644-A46B-5C5B68655502}" srcId="{E5E04EC4-B23F-4D47-8133-FEAB511862CB}" destId="{C910CBB9-D5A1-214D-9987-26BEC1115E28}" srcOrd="2" destOrd="0" parTransId="{E6358B42-F46E-3742-9DD9-D9D9DB2E33B8}" sibTransId="{335B5175-DB96-3849-9BC9-03485A9DB478}"/>
    <dgm:cxn modelId="{52DC994F-D916-AD4F-9904-A38F38FDA5FF}" type="presOf" srcId="{9F6A7D89-C78B-7043-83EA-6590B2C423B3}" destId="{025C990F-A394-9D4F-A4B6-7BD2B596FDD8}" srcOrd="0" destOrd="0" presId="urn:microsoft.com/office/officeart/2005/8/layout/pyramid2"/>
    <dgm:cxn modelId="{A3FAD571-7CE5-404A-B65D-5F81BA78B885}" srcId="{E5E04EC4-B23F-4D47-8133-FEAB511862CB}" destId="{9F6A7D89-C78B-7043-83EA-6590B2C423B3}" srcOrd="0" destOrd="0" parTransId="{8CF918D2-DA5C-BF43-B9B0-5783D7EB8461}" sibTransId="{DEB49694-38D7-2E4C-A26B-86961A99DD57}"/>
    <dgm:cxn modelId="{1674A876-63C5-6344-AC95-104F4E0910B2}" srcId="{E5E04EC4-B23F-4D47-8133-FEAB511862CB}" destId="{7A98F519-2AF1-104E-AFAC-B5F8DD12A064}" srcOrd="1" destOrd="0" parTransId="{DCEEFD93-C01B-214F-841A-2F0E3F966BB8}" sibTransId="{F35BFB14-5B0E-8847-B926-DFAA5EC5B98B}"/>
    <dgm:cxn modelId="{6AAFC17B-BC79-794E-9C52-B18FD677AED8}" type="presOf" srcId="{7A98F519-2AF1-104E-AFAC-B5F8DD12A064}" destId="{59B6AAB3-84D5-FE43-A080-D156998BEF0C}" srcOrd="0" destOrd="0" presId="urn:microsoft.com/office/officeart/2005/8/layout/pyramid2"/>
    <dgm:cxn modelId="{5FFA36AC-1860-0547-BED4-A4C8DC76E8D7}" type="presOf" srcId="{6242B5BD-497D-184D-9D4E-A677F12B397A}" destId="{63B1D574-EAC1-D14E-B354-E8C3AE15DEA8}" srcOrd="0" destOrd="0" presId="urn:microsoft.com/office/officeart/2005/8/layout/pyramid2"/>
    <dgm:cxn modelId="{A233D19B-94FF-544E-8FCE-6CCD7C51D0B4}" type="presParOf" srcId="{45340ED8-1DEC-D642-A597-9760A674BFCA}" destId="{30B8491A-BA6B-0E41-B62F-E536224E3D05}" srcOrd="0" destOrd="0" presId="urn:microsoft.com/office/officeart/2005/8/layout/pyramid2"/>
    <dgm:cxn modelId="{7E687559-7982-104D-BC5D-6E5EA7B3F584}" type="presParOf" srcId="{45340ED8-1DEC-D642-A597-9760A674BFCA}" destId="{6CBA2487-16AA-3F4C-845B-12BA8580A10E}" srcOrd="1" destOrd="0" presId="urn:microsoft.com/office/officeart/2005/8/layout/pyramid2"/>
    <dgm:cxn modelId="{48171A66-FAFD-8440-A4F3-388B9BDA50D1}" type="presParOf" srcId="{6CBA2487-16AA-3F4C-845B-12BA8580A10E}" destId="{025C990F-A394-9D4F-A4B6-7BD2B596FDD8}" srcOrd="0" destOrd="0" presId="urn:microsoft.com/office/officeart/2005/8/layout/pyramid2"/>
    <dgm:cxn modelId="{2FC49D5D-E9FF-C44D-A851-841D9AC7D69A}" type="presParOf" srcId="{6CBA2487-16AA-3F4C-845B-12BA8580A10E}" destId="{0395AC11-BC5B-D84A-BAA3-1D457B32F4D6}" srcOrd="1" destOrd="0" presId="urn:microsoft.com/office/officeart/2005/8/layout/pyramid2"/>
    <dgm:cxn modelId="{80A1C9FD-D7F9-C848-ABE2-9BED8F1F844C}" type="presParOf" srcId="{6CBA2487-16AA-3F4C-845B-12BA8580A10E}" destId="{59B6AAB3-84D5-FE43-A080-D156998BEF0C}" srcOrd="2" destOrd="0" presId="urn:microsoft.com/office/officeart/2005/8/layout/pyramid2"/>
    <dgm:cxn modelId="{53D2A7E8-C486-7D43-BEEA-C5170726FBDC}" type="presParOf" srcId="{6CBA2487-16AA-3F4C-845B-12BA8580A10E}" destId="{BC760626-CFDD-DE4F-9EAB-46BCEB6C55F2}" srcOrd="3" destOrd="0" presId="urn:microsoft.com/office/officeart/2005/8/layout/pyramid2"/>
    <dgm:cxn modelId="{875A88B7-C2E7-E04F-8FA7-4CD230F1E064}" type="presParOf" srcId="{6CBA2487-16AA-3F4C-845B-12BA8580A10E}" destId="{14111412-5C99-FD4C-877D-BFA0C90EFDB0}" srcOrd="4" destOrd="0" presId="urn:microsoft.com/office/officeart/2005/8/layout/pyramid2"/>
    <dgm:cxn modelId="{10F07176-2413-4C48-B0E0-6B7B046C4012}" type="presParOf" srcId="{6CBA2487-16AA-3F4C-845B-12BA8580A10E}" destId="{9440B5F2-A978-4E42-ADE7-A70BC8B65D6F}" srcOrd="5" destOrd="0" presId="urn:microsoft.com/office/officeart/2005/8/layout/pyramid2"/>
    <dgm:cxn modelId="{8BC71D50-2CE8-EB4D-9173-7E38766819B6}" type="presParOf" srcId="{6CBA2487-16AA-3F4C-845B-12BA8580A10E}" destId="{63B1D574-EAC1-D14E-B354-E8C3AE15DEA8}" srcOrd="6" destOrd="0" presId="urn:microsoft.com/office/officeart/2005/8/layout/pyramid2"/>
    <dgm:cxn modelId="{CCA61BD3-D31E-134D-8265-8AB16FC6792B}" type="presParOf" srcId="{6CBA2487-16AA-3F4C-845B-12BA8580A10E}" destId="{B06B61BE-874D-F444-8D58-F71FCCF809BE}"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1582F45-440E-5E4B-9184-0F8F9BCA8D1A}" type="doc">
      <dgm:prSet loTypeId="urn:microsoft.com/office/officeart/2005/8/layout/hProcess4#1" qsTypeId="urn:microsoft.com/office/officeart/2005/8/quickstyle/simple1" qsCatId="simple" csTypeId="urn:microsoft.com/office/officeart/2005/8/colors/colorful1" csCatId="colorful" phldr="1"/>
      <dgm:spPr/>
      <dgm:t>
        <a:bodyPr/>
        <a:lstStyle/>
        <a:p>
          <a:endParaRPr lang="en-GB"/>
        </a:p>
      </dgm:t>
    </dgm:pt>
    <dgm:pt modelId="{08E57F42-3064-1D42-B4AF-1D6E07597A1B}">
      <dgm:prSet phldrT="[Text]" custT="1"/>
      <dgm:spPr/>
      <dgm:t>
        <a:bodyPr/>
        <a:lstStyle/>
        <a:p>
          <a:r>
            <a:rPr lang="en-GB" sz="1600"/>
            <a:t>Activities/</a:t>
          </a:r>
          <a:br>
            <a:rPr lang="en-GB" sz="1600"/>
          </a:br>
          <a:r>
            <a:rPr lang="en-GB" sz="1600"/>
            <a:t>Resources</a:t>
          </a:r>
        </a:p>
      </dgm:t>
    </dgm:pt>
    <dgm:pt modelId="{C3B43CF5-0194-6148-972D-EAE4DA3D903B}" type="parTrans" cxnId="{64B107DA-5915-3F49-8390-6E36CD76DD26}">
      <dgm:prSet/>
      <dgm:spPr/>
      <dgm:t>
        <a:bodyPr/>
        <a:lstStyle/>
        <a:p>
          <a:endParaRPr lang="en-GB"/>
        </a:p>
      </dgm:t>
    </dgm:pt>
    <dgm:pt modelId="{D3FF02EC-367F-164A-9410-6DE318639C4F}" type="sibTrans" cxnId="{64B107DA-5915-3F49-8390-6E36CD76DD26}">
      <dgm:prSet/>
      <dgm:spPr/>
      <dgm:t>
        <a:bodyPr/>
        <a:lstStyle/>
        <a:p>
          <a:endParaRPr lang="en-GB"/>
        </a:p>
      </dgm:t>
    </dgm:pt>
    <dgm:pt modelId="{14DFB465-4526-B746-B63B-2709EC54191E}">
      <dgm:prSet phldrT="[Text]" custT="1"/>
      <dgm:spPr/>
      <dgm:t>
        <a:bodyPr/>
        <a:lstStyle/>
        <a:p>
          <a:r>
            <a:rPr lang="en-GB" sz="1600"/>
            <a:t>Outcomes</a:t>
          </a:r>
        </a:p>
      </dgm:t>
    </dgm:pt>
    <dgm:pt modelId="{D37D4B04-DA67-2047-90C0-2DB49EFEEEF4}" type="parTrans" cxnId="{19A74161-3D44-E643-BD54-798B3BCCA4E0}">
      <dgm:prSet/>
      <dgm:spPr/>
      <dgm:t>
        <a:bodyPr/>
        <a:lstStyle/>
        <a:p>
          <a:endParaRPr lang="en-GB"/>
        </a:p>
      </dgm:t>
    </dgm:pt>
    <dgm:pt modelId="{D5CC1B62-F138-E746-A725-C54F5C949415}" type="sibTrans" cxnId="{19A74161-3D44-E643-BD54-798B3BCCA4E0}">
      <dgm:prSet/>
      <dgm:spPr/>
      <dgm:t>
        <a:bodyPr/>
        <a:lstStyle/>
        <a:p>
          <a:endParaRPr lang="en-GB"/>
        </a:p>
      </dgm:t>
    </dgm:pt>
    <dgm:pt modelId="{6203E65F-8A11-A947-911A-257DFA1D7DBD}">
      <dgm:prSet phldrT="[Text]" custT="1"/>
      <dgm:spPr/>
      <dgm:t>
        <a:bodyPr/>
        <a:lstStyle/>
        <a:p>
          <a:r>
            <a:rPr lang="en-GB" sz="1600"/>
            <a:t>Impact</a:t>
          </a:r>
        </a:p>
      </dgm:t>
    </dgm:pt>
    <dgm:pt modelId="{52694B12-8FE8-4940-9D26-ECA5ECB0229E}" type="parTrans" cxnId="{67F0E6E4-0F08-0242-BF11-2CCEAA6CDC91}">
      <dgm:prSet/>
      <dgm:spPr/>
      <dgm:t>
        <a:bodyPr/>
        <a:lstStyle/>
        <a:p>
          <a:endParaRPr lang="en-GB"/>
        </a:p>
      </dgm:t>
    </dgm:pt>
    <dgm:pt modelId="{593DF534-CBC9-4C43-A777-7C8548EA48CA}" type="sibTrans" cxnId="{67F0E6E4-0F08-0242-BF11-2CCEAA6CDC91}">
      <dgm:prSet/>
      <dgm:spPr/>
      <dgm:t>
        <a:bodyPr/>
        <a:lstStyle/>
        <a:p>
          <a:endParaRPr lang="en-GB"/>
        </a:p>
      </dgm:t>
    </dgm:pt>
    <dgm:pt modelId="{47232521-35DE-9C47-88DE-0A0D9298DA89}">
      <dgm:prSet phldrT="[Text]" custT="1"/>
      <dgm:spPr/>
      <dgm:t>
        <a:bodyPr/>
        <a:lstStyle/>
        <a:p>
          <a:r>
            <a:rPr lang="en-GB" sz="1600"/>
            <a:t>Outputs</a:t>
          </a:r>
        </a:p>
      </dgm:t>
    </dgm:pt>
    <dgm:pt modelId="{B53712C2-05C7-594C-BB8D-6F5FF063DAFC}" type="parTrans" cxnId="{DCA4560E-8889-9E4C-9174-D9FFC5E92190}">
      <dgm:prSet/>
      <dgm:spPr/>
      <dgm:t>
        <a:bodyPr/>
        <a:lstStyle/>
        <a:p>
          <a:endParaRPr lang="en-GB"/>
        </a:p>
      </dgm:t>
    </dgm:pt>
    <dgm:pt modelId="{079DE1C7-8AE4-7B4A-89BC-B0579BD432B1}" type="sibTrans" cxnId="{DCA4560E-8889-9E4C-9174-D9FFC5E92190}">
      <dgm:prSet/>
      <dgm:spPr/>
      <dgm:t>
        <a:bodyPr/>
        <a:lstStyle/>
        <a:p>
          <a:endParaRPr lang="en-GB"/>
        </a:p>
      </dgm:t>
    </dgm:pt>
    <dgm:pt modelId="{803B5BE6-EC98-B940-B7B2-D2D4BE6FD501}">
      <dgm:prSet phldrT="[Text]" custT="1"/>
      <dgm:spPr/>
      <dgm:t>
        <a:bodyPr lIns="0" tIns="0" rIns="0" bIns="0"/>
        <a:lstStyle/>
        <a:p>
          <a:endParaRPr lang="en-GB" sz="1800" dirty="0"/>
        </a:p>
      </dgm:t>
    </dgm:pt>
    <dgm:pt modelId="{E27FB84B-AED0-2C41-9350-BDB24478A1A0}" type="parTrans" cxnId="{6F6893BC-B8C9-5B4A-9802-FD2808DC8A5C}">
      <dgm:prSet/>
      <dgm:spPr/>
      <dgm:t>
        <a:bodyPr/>
        <a:lstStyle/>
        <a:p>
          <a:endParaRPr lang="en-GB"/>
        </a:p>
      </dgm:t>
    </dgm:pt>
    <dgm:pt modelId="{2829E7DB-FB2F-3744-A26C-3BB81812060D}" type="sibTrans" cxnId="{6F6893BC-B8C9-5B4A-9802-FD2808DC8A5C}">
      <dgm:prSet/>
      <dgm:spPr/>
      <dgm:t>
        <a:bodyPr/>
        <a:lstStyle/>
        <a:p>
          <a:endParaRPr lang="en-GB"/>
        </a:p>
      </dgm:t>
    </dgm:pt>
    <dgm:pt modelId="{47DA69DF-240B-D84B-85F1-4533EE98415F}" type="pres">
      <dgm:prSet presAssocID="{91582F45-440E-5E4B-9184-0F8F9BCA8D1A}" presName="Name0" presStyleCnt="0">
        <dgm:presLayoutVars>
          <dgm:dir/>
          <dgm:animLvl val="lvl"/>
          <dgm:resizeHandles val="exact"/>
        </dgm:presLayoutVars>
      </dgm:prSet>
      <dgm:spPr/>
    </dgm:pt>
    <dgm:pt modelId="{1C50E129-FDE7-4A41-8971-C005FAEB642E}" type="pres">
      <dgm:prSet presAssocID="{91582F45-440E-5E4B-9184-0F8F9BCA8D1A}" presName="tSp" presStyleCnt="0"/>
      <dgm:spPr/>
    </dgm:pt>
    <dgm:pt modelId="{CC64B65D-FCEE-9041-BC70-590842987515}" type="pres">
      <dgm:prSet presAssocID="{91582F45-440E-5E4B-9184-0F8F9BCA8D1A}" presName="bSp" presStyleCnt="0"/>
      <dgm:spPr/>
    </dgm:pt>
    <dgm:pt modelId="{E07897C7-6BEA-1C4E-9136-971205DFDA06}" type="pres">
      <dgm:prSet presAssocID="{91582F45-440E-5E4B-9184-0F8F9BCA8D1A}" presName="process" presStyleCnt="0"/>
      <dgm:spPr/>
    </dgm:pt>
    <dgm:pt modelId="{C50A1AD8-18AF-104A-A5D5-3BB4C80A630D}" type="pres">
      <dgm:prSet presAssocID="{08E57F42-3064-1D42-B4AF-1D6E07597A1B}" presName="composite1" presStyleCnt="0"/>
      <dgm:spPr/>
    </dgm:pt>
    <dgm:pt modelId="{D55F1AD9-78AB-2044-B4EC-8BFD903355B7}" type="pres">
      <dgm:prSet presAssocID="{08E57F42-3064-1D42-B4AF-1D6E07597A1B}" presName="dummyNode1" presStyleLbl="node1" presStyleIdx="0" presStyleCnt="4"/>
      <dgm:spPr/>
    </dgm:pt>
    <dgm:pt modelId="{73EB4897-55D2-4949-B4BE-9D1F18F8A0C3}" type="pres">
      <dgm:prSet presAssocID="{08E57F42-3064-1D42-B4AF-1D6E07597A1B}" presName="childNode1" presStyleLbl="bgAcc1" presStyleIdx="0" presStyleCnt="4" custFlipVert="1" custScaleX="220231" custScaleY="6984" custLinFactNeighborX="-41" custLinFactNeighborY="-11062">
        <dgm:presLayoutVars>
          <dgm:bulletEnabled val="1"/>
        </dgm:presLayoutVars>
      </dgm:prSet>
      <dgm:spPr/>
    </dgm:pt>
    <dgm:pt modelId="{999CA2F0-F8C6-424D-BF29-174FEB75767E}" type="pres">
      <dgm:prSet presAssocID="{08E57F42-3064-1D42-B4AF-1D6E07597A1B}" presName="childNode1tx" presStyleLbl="bgAcc1" presStyleIdx="0" presStyleCnt="4">
        <dgm:presLayoutVars>
          <dgm:bulletEnabled val="1"/>
        </dgm:presLayoutVars>
      </dgm:prSet>
      <dgm:spPr/>
    </dgm:pt>
    <dgm:pt modelId="{F23E9816-AF72-1E48-B7DD-7BA9139FA79D}" type="pres">
      <dgm:prSet presAssocID="{08E57F42-3064-1D42-B4AF-1D6E07597A1B}" presName="parentNode1" presStyleLbl="node1" presStyleIdx="0" presStyleCnt="4" custScaleX="174122" custScaleY="167129" custLinFactY="-26930" custLinFactNeighborX="-23182" custLinFactNeighborY="-100000">
        <dgm:presLayoutVars>
          <dgm:chMax val="1"/>
          <dgm:bulletEnabled val="1"/>
        </dgm:presLayoutVars>
      </dgm:prSet>
      <dgm:spPr/>
    </dgm:pt>
    <dgm:pt modelId="{3AC3BA15-FDA3-A74F-B56E-3268D1C7BE52}" type="pres">
      <dgm:prSet presAssocID="{08E57F42-3064-1D42-B4AF-1D6E07597A1B}" presName="connSite1" presStyleCnt="0"/>
      <dgm:spPr/>
    </dgm:pt>
    <dgm:pt modelId="{02568297-6226-FC48-B97F-14A3C2AA7DAD}" type="pres">
      <dgm:prSet presAssocID="{D3FF02EC-367F-164A-9410-6DE318639C4F}" presName="Name9" presStyleLbl="sibTrans2D1" presStyleIdx="0" presStyleCnt="3" custAng="21200390" custLinFactNeighborX="3643" custLinFactNeighborY="7508"/>
      <dgm:spPr/>
    </dgm:pt>
    <dgm:pt modelId="{85F4753E-B749-DA42-B0B6-D40C9EDFA328}" type="pres">
      <dgm:prSet presAssocID="{47232521-35DE-9C47-88DE-0A0D9298DA89}" presName="composite2" presStyleCnt="0"/>
      <dgm:spPr/>
    </dgm:pt>
    <dgm:pt modelId="{0012E204-4812-644B-9786-2E72D6315671}" type="pres">
      <dgm:prSet presAssocID="{47232521-35DE-9C47-88DE-0A0D9298DA89}" presName="dummyNode2" presStyleLbl="node1" presStyleIdx="0" presStyleCnt="4"/>
      <dgm:spPr/>
    </dgm:pt>
    <dgm:pt modelId="{04BCBAE8-47E6-F047-9EED-20E4CA368AC9}" type="pres">
      <dgm:prSet presAssocID="{47232521-35DE-9C47-88DE-0A0D9298DA89}" presName="childNode2" presStyleLbl="bgAcc1" presStyleIdx="1" presStyleCnt="4" custScaleX="199438" custScaleY="6397" custLinFactNeighborX="-9811" custLinFactNeighborY="-21884">
        <dgm:presLayoutVars>
          <dgm:bulletEnabled val="1"/>
        </dgm:presLayoutVars>
      </dgm:prSet>
      <dgm:spPr/>
    </dgm:pt>
    <dgm:pt modelId="{48F25CDC-DB82-F249-AE3D-22F61B761F4F}" type="pres">
      <dgm:prSet presAssocID="{47232521-35DE-9C47-88DE-0A0D9298DA89}" presName="childNode2tx" presStyleLbl="bgAcc1" presStyleIdx="1" presStyleCnt="4">
        <dgm:presLayoutVars>
          <dgm:bulletEnabled val="1"/>
        </dgm:presLayoutVars>
      </dgm:prSet>
      <dgm:spPr/>
    </dgm:pt>
    <dgm:pt modelId="{15536C06-CAD5-F74E-9C34-7026444F387F}" type="pres">
      <dgm:prSet presAssocID="{47232521-35DE-9C47-88DE-0A0D9298DA89}" presName="parentNode2" presStyleLbl="node1" presStyleIdx="1" presStyleCnt="4" custScaleX="113556" custScaleY="136360" custLinFactNeighborX="-37892" custLinFactNeighborY="80531">
        <dgm:presLayoutVars>
          <dgm:chMax val="0"/>
          <dgm:bulletEnabled val="1"/>
        </dgm:presLayoutVars>
      </dgm:prSet>
      <dgm:spPr/>
    </dgm:pt>
    <dgm:pt modelId="{7442EE4C-114E-464C-A594-2DE7327EB678}" type="pres">
      <dgm:prSet presAssocID="{47232521-35DE-9C47-88DE-0A0D9298DA89}" presName="connSite2" presStyleCnt="0"/>
      <dgm:spPr/>
    </dgm:pt>
    <dgm:pt modelId="{AEA38A44-D244-A344-B68C-1F167AF8D334}" type="pres">
      <dgm:prSet presAssocID="{079DE1C7-8AE4-7B4A-89BC-B0579BD432B1}" presName="Name18" presStyleLbl="sibTrans2D1" presStyleIdx="1" presStyleCnt="3" custAng="876493" custScaleY="101961"/>
      <dgm:spPr/>
    </dgm:pt>
    <dgm:pt modelId="{69B16178-A6A1-3B43-9D32-50FD7BA6275B}" type="pres">
      <dgm:prSet presAssocID="{14DFB465-4526-B746-B63B-2709EC54191E}" presName="composite1" presStyleCnt="0"/>
      <dgm:spPr/>
    </dgm:pt>
    <dgm:pt modelId="{78DD9C68-F0FF-AD49-97E8-518099A62D00}" type="pres">
      <dgm:prSet presAssocID="{14DFB465-4526-B746-B63B-2709EC54191E}" presName="dummyNode1" presStyleLbl="node1" presStyleIdx="1" presStyleCnt="4"/>
      <dgm:spPr/>
    </dgm:pt>
    <dgm:pt modelId="{63352B29-E92D-9F46-9593-DE4A7677CCC1}" type="pres">
      <dgm:prSet presAssocID="{14DFB465-4526-B746-B63B-2709EC54191E}" presName="childNode1" presStyleLbl="bgAcc1" presStyleIdx="2" presStyleCnt="4" custScaleX="197015" custScaleY="5321" custLinFactNeighborX="-19797" custLinFactNeighborY="-13013">
        <dgm:presLayoutVars>
          <dgm:bulletEnabled val="1"/>
        </dgm:presLayoutVars>
      </dgm:prSet>
      <dgm:spPr/>
    </dgm:pt>
    <dgm:pt modelId="{EC44D104-5068-4141-9B0B-611A72C5E139}" type="pres">
      <dgm:prSet presAssocID="{14DFB465-4526-B746-B63B-2709EC54191E}" presName="childNode1tx" presStyleLbl="bgAcc1" presStyleIdx="2" presStyleCnt="4">
        <dgm:presLayoutVars>
          <dgm:bulletEnabled val="1"/>
        </dgm:presLayoutVars>
      </dgm:prSet>
      <dgm:spPr/>
    </dgm:pt>
    <dgm:pt modelId="{5293A313-ADAE-6546-8C69-9346E0957330}" type="pres">
      <dgm:prSet presAssocID="{14DFB465-4526-B746-B63B-2709EC54191E}" presName="parentNode1" presStyleLbl="node1" presStyleIdx="2" presStyleCnt="4" custScaleX="152771" custScaleY="157439" custLinFactY="-20759" custLinFactNeighborX="-41359" custLinFactNeighborY="-100000">
        <dgm:presLayoutVars>
          <dgm:chMax val="1"/>
          <dgm:bulletEnabled val="1"/>
        </dgm:presLayoutVars>
      </dgm:prSet>
      <dgm:spPr/>
    </dgm:pt>
    <dgm:pt modelId="{ED0491E2-BE9E-EF40-868B-A891870FF8C0}" type="pres">
      <dgm:prSet presAssocID="{14DFB465-4526-B746-B63B-2709EC54191E}" presName="connSite1" presStyleCnt="0"/>
      <dgm:spPr/>
    </dgm:pt>
    <dgm:pt modelId="{0AD1EB50-30B2-4C46-9D43-69AAF6D9C532}" type="pres">
      <dgm:prSet presAssocID="{D5CC1B62-F138-E746-A725-C54F5C949415}" presName="Name9" presStyleLbl="sibTrans2D1" presStyleIdx="2" presStyleCnt="3" custAng="21289710" custLinFactNeighborY="4130"/>
      <dgm:spPr/>
    </dgm:pt>
    <dgm:pt modelId="{6C9F15C5-549B-A649-B3B3-A619630CAC49}" type="pres">
      <dgm:prSet presAssocID="{6203E65F-8A11-A947-911A-257DFA1D7DBD}" presName="composite2" presStyleCnt="0"/>
      <dgm:spPr/>
    </dgm:pt>
    <dgm:pt modelId="{9C4D4A84-EA1C-3E40-A4D7-1B3BB3EEF71A}" type="pres">
      <dgm:prSet presAssocID="{6203E65F-8A11-A947-911A-257DFA1D7DBD}" presName="dummyNode2" presStyleLbl="node1" presStyleIdx="2" presStyleCnt="4"/>
      <dgm:spPr/>
    </dgm:pt>
    <dgm:pt modelId="{5D4ECFAA-394A-384E-9CBB-08D4A983CF34}" type="pres">
      <dgm:prSet presAssocID="{6203E65F-8A11-A947-911A-257DFA1D7DBD}" presName="childNode2" presStyleLbl="bgAcc1" presStyleIdx="3" presStyleCnt="4" custScaleX="259587" custScaleY="5321" custLinFactNeighborX="-33598" custLinFactNeighborY="-23754">
        <dgm:presLayoutVars>
          <dgm:bulletEnabled val="1"/>
        </dgm:presLayoutVars>
      </dgm:prSet>
      <dgm:spPr/>
    </dgm:pt>
    <dgm:pt modelId="{38FECF7E-0BB7-204C-A05F-903B3ADBF4E4}" type="pres">
      <dgm:prSet presAssocID="{6203E65F-8A11-A947-911A-257DFA1D7DBD}" presName="childNode2tx" presStyleLbl="bgAcc1" presStyleIdx="3" presStyleCnt="4">
        <dgm:presLayoutVars>
          <dgm:bulletEnabled val="1"/>
        </dgm:presLayoutVars>
      </dgm:prSet>
      <dgm:spPr/>
    </dgm:pt>
    <dgm:pt modelId="{AC0B0CD6-E14E-E246-B229-4634F7E1836D}" type="pres">
      <dgm:prSet presAssocID="{6203E65F-8A11-A947-911A-257DFA1D7DBD}" presName="parentNode2" presStyleLbl="node1" presStyleIdx="3" presStyleCnt="4" custScaleX="143719" custScaleY="139151" custLinFactNeighborX="-56548" custLinFactNeighborY="65821">
        <dgm:presLayoutVars>
          <dgm:chMax val="0"/>
          <dgm:bulletEnabled val="1"/>
        </dgm:presLayoutVars>
      </dgm:prSet>
      <dgm:spPr/>
    </dgm:pt>
    <dgm:pt modelId="{1337A905-0191-A747-8451-9D0A7034D35C}" type="pres">
      <dgm:prSet presAssocID="{6203E65F-8A11-A947-911A-257DFA1D7DBD}" presName="connSite2" presStyleCnt="0"/>
      <dgm:spPr/>
    </dgm:pt>
  </dgm:ptLst>
  <dgm:cxnLst>
    <dgm:cxn modelId="{DCA4560E-8889-9E4C-9174-D9FFC5E92190}" srcId="{91582F45-440E-5E4B-9184-0F8F9BCA8D1A}" destId="{47232521-35DE-9C47-88DE-0A0D9298DA89}" srcOrd="1" destOrd="0" parTransId="{B53712C2-05C7-594C-BB8D-6F5FF063DAFC}" sibTransId="{079DE1C7-8AE4-7B4A-89BC-B0579BD432B1}"/>
    <dgm:cxn modelId="{19A74161-3D44-E643-BD54-798B3BCCA4E0}" srcId="{91582F45-440E-5E4B-9184-0F8F9BCA8D1A}" destId="{14DFB465-4526-B746-B63B-2709EC54191E}" srcOrd="2" destOrd="0" parTransId="{D37D4B04-DA67-2047-90C0-2DB49EFEEEF4}" sibTransId="{D5CC1B62-F138-E746-A725-C54F5C949415}"/>
    <dgm:cxn modelId="{C544D671-2355-DC49-B91F-D5A69547A510}" type="presOf" srcId="{079DE1C7-8AE4-7B4A-89BC-B0579BD432B1}" destId="{AEA38A44-D244-A344-B68C-1F167AF8D334}" srcOrd="0" destOrd="0" presId="urn:microsoft.com/office/officeart/2005/8/layout/hProcess4#1"/>
    <dgm:cxn modelId="{CDA4F158-95E8-BD49-B65A-E9318AEDA559}" type="presOf" srcId="{803B5BE6-EC98-B940-B7B2-D2D4BE6FD501}" destId="{38FECF7E-0BB7-204C-A05F-903B3ADBF4E4}" srcOrd="1" destOrd="0" presId="urn:microsoft.com/office/officeart/2005/8/layout/hProcess4#1"/>
    <dgm:cxn modelId="{6577878C-05B2-1D41-BB29-E2EFE86FB562}" type="presOf" srcId="{14DFB465-4526-B746-B63B-2709EC54191E}" destId="{5293A313-ADAE-6546-8C69-9346E0957330}" srcOrd="0" destOrd="0" presId="urn:microsoft.com/office/officeart/2005/8/layout/hProcess4#1"/>
    <dgm:cxn modelId="{3834AA97-38BB-8B4D-BCAA-E2EC9119A079}" type="presOf" srcId="{6203E65F-8A11-A947-911A-257DFA1D7DBD}" destId="{AC0B0CD6-E14E-E246-B229-4634F7E1836D}" srcOrd="0" destOrd="0" presId="urn:microsoft.com/office/officeart/2005/8/layout/hProcess4#1"/>
    <dgm:cxn modelId="{CCBFC59B-0221-0641-AF39-0F669EB1BFCD}" type="presOf" srcId="{D3FF02EC-367F-164A-9410-6DE318639C4F}" destId="{02568297-6226-FC48-B97F-14A3C2AA7DAD}" srcOrd="0" destOrd="0" presId="urn:microsoft.com/office/officeart/2005/8/layout/hProcess4#1"/>
    <dgm:cxn modelId="{D99260A4-8C0D-974D-874A-1BCDBD248D18}" type="presOf" srcId="{803B5BE6-EC98-B940-B7B2-D2D4BE6FD501}" destId="{5D4ECFAA-394A-384E-9CBB-08D4A983CF34}" srcOrd="0" destOrd="0" presId="urn:microsoft.com/office/officeart/2005/8/layout/hProcess4#1"/>
    <dgm:cxn modelId="{D60ABCB3-22B6-C747-A2D3-AA2430BDEF81}" type="presOf" srcId="{47232521-35DE-9C47-88DE-0A0D9298DA89}" destId="{15536C06-CAD5-F74E-9C34-7026444F387F}" srcOrd="0" destOrd="0" presId="urn:microsoft.com/office/officeart/2005/8/layout/hProcess4#1"/>
    <dgm:cxn modelId="{99126BB7-0C12-A746-83EA-C7D2E9D631AE}" type="presOf" srcId="{91582F45-440E-5E4B-9184-0F8F9BCA8D1A}" destId="{47DA69DF-240B-D84B-85F1-4533EE98415F}" srcOrd="0" destOrd="0" presId="urn:microsoft.com/office/officeart/2005/8/layout/hProcess4#1"/>
    <dgm:cxn modelId="{6F6893BC-B8C9-5B4A-9802-FD2808DC8A5C}" srcId="{6203E65F-8A11-A947-911A-257DFA1D7DBD}" destId="{803B5BE6-EC98-B940-B7B2-D2D4BE6FD501}" srcOrd="0" destOrd="0" parTransId="{E27FB84B-AED0-2C41-9350-BDB24478A1A0}" sibTransId="{2829E7DB-FB2F-3744-A26C-3BB81812060D}"/>
    <dgm:cxn modelId="{9DF05CCA-7B24-EA4F-95CF-863988B29D44}" type="presOf" srcId="{08E57F42-3064-1D42-B4AF-1D6E07597A1B}" destId="{F23E9816-AF72-1E48-B7DD-7BA9139FA79D}" srcOrd="0" destOrd="0" presId="urn:microsoft.com/office/officeart/2005/8/layout/hProcess4#1"/>
    <dgm:cxn modelId="{64B107DA-5915-3F49-8390-6E36CD76DD26}" srcId="{91582F45-440E-5E4B-9184-0F8F9BCA8D1A}" destId="{08E57F42-3064-1D42-B4AF-1D6E07597A1B}" srcOrd="0" destOrd="0" parTransId="{C3B43CF5-0194-6148-972D-EAE4DA3D903B}" sibTransId="{D3FF02EC-367F-164A-9410-6DE318639C4F}"/>
    <dgm:cxn modelId="{9712A3E1-CE15-5047-8D9F-7D0739E534BC}" type="presOf" srcId="{D5CC1B62-F138-E746-A725-C54F5C949415}" destId="{0AD1EB50-30B2-4C46-9D43-69AAF6D9C532}" srcOrd="0" destOrd="0" presId="urn:microsoft.com/office/officeart/2005/8/layout/hProcess4#1"/>
    <dgm:cxn modelId="{67F0E6E4-0F08-0242-BF11-2CCEAA6CDC91}" srcId="{91582F45-440E-5E4B-9184-0F8F9BCA8D1A}" destId="{6203E65F-8A11-A947-911A-257DFA1D7DBD}" srcOrd="3" destOrd="0" parTransId="{52694B12-8FE8-4940-9D26-ECA5ECB0229E}" sibTransId="{593DF534-CBC9-4C43-A777-7C8548EA48CA}"/>
    <dgm:cxn modelId="{743A14EE-0E05-FB42-AA28-A301C5D11972}" type="presParOf" srcId="{47DA69DF-240B-D84B-85F1-4533EE98415F}" destId="{1C50E129-FDE7-4A41-8971-C005FAEB642E}" srcOrd="0" destOrd="0" presId="urn:microsoft.com/office/officeart/2005/8/layout/hProcess4#1"/>
    <dgm:cxn modelId="{D3A54AD9-F4F5-754F-947E-73B2EA4CB66A}" type="presParOf" srcId="{47DA69DF-240B-D84B-85F1-4533EE98415F}" destId="{CC64B65D-FCEE-9041-BC70-590842987515}" srcOrd="1" destOrd="0" presId="urn:microsoft.com/office/officeart/2005/8/layout/hProcess4#1"/>
    <dgm:cxn modelId="{5444319B-8056-BA4D-9608-5C86A231F536}" type="presParOf" srcId="{47DA69DF-240B-D84B-85F1-4533EE98415F}" destId="{E07897C7-6BEA-1C4E-9136-971205DFDA06}" srcOrd="2" destOrd="0" presId="urn:microsoft.com/office/officeart/2005/8/layout/hProcess4#1"/>
    <dgm:cxn modelId="{DD07187C-8FE6-3044-9141-1A1AB3DE1870}" type="presParOf" srcId="{E07897C7-6BEA-1C4E-9136-971205DFDA06}" destId="{C50A1AD8-18AF-104A-A5D5-3BB4C80A630D}" srcOrd="0" destOrd="0" presId="urn:microsoft.com/office/officeart/2005/8/layout/hProcess4#1"/>
    <dgm:cxn modelId="{08479A40-C2B4-8742-80B3-B926071885B9}" type="presParOf" srcId="{C50A1AD8-18AF-104A-A5D5-3BB4C80A630D}" destId="{D55F1AD9-78AB-2044-B4EC-8BFD903355B7}" srcOrd="0" destOrd="0" presId="urn:microsoft.com/office/officeart/2005/8/layout/hProcess4#1"/>
    <dgm:cxn modelId="{A0FF20F1-212B-4649-BCEE-9AD13A6208CD}" type="presParOf" srcId="{C50A1AD8-18AF-104A-A5D5-3BB4C80A630D}" destId="{73EB4897-55D2-4949-B4BE-9D1F18F8A0C3}" srcOrd="1" destOrd="0" presId="urn:microsoft.com/office/officeart/2005/8/layout/hProcess4#1"/>
    <dgm:cxn modelId="{68D2F194-B3B3-104B-8748-115223F17943}" type="presParOf" srcId="{C50A1AD8-18AF-104A-A5D5-3BB4C80A630D}" destId="{999CA2F0-F8C6-424D-BF29-174FEB75767E}" srcOrd="2" destOrd="0" presId="urn:microsoft.com/office/officeart/2005/8/layout/hProcess4#1"/>
    <dgm:cxn modelId="{50C7BC71-6446-6A48-849D-CF95BDC76C70}" type="presParOf" srcId="{C50A1AD8-18AF-104A-A5D5-3BB4C80A630D}" destId="{F23E9816-AF72-1E48-B7DD-7BA9139FA79D}" srcOrd="3" destOrd="0" presId="urn:microsoft.com/office/officeart/2005/8/layout/hProcess4#1"/>
    <dgm:cxn modelId="{4726525E-0D3F-1F4C-80E5-8069E27CA1C8}" type="presParOf" srcId="{C50A1AD8-18AF-104A-A5D5-3BB4C80A630D}" destId="{3AC3BA15-FDA3-A74F-B56E-3268D1C7BE52}" srcOrd="4" destOrd="0" presId="urn:microsoft.com/office/officeart/2005/8/layout/hProcess4#1"/>
    <dgm:cxn modelId="{C356C80D-AAA6-5E4C-9088-DB0717C84AE2}" type="presParOf" srcId="{E07897C7-6BEA-1C4E-9136-971205DFDA06}" destId="{02568297-6226-FC48-B97F-14A3C2AA7DAD}" srcOrd="1" destOrd="0" presId="urn:microsoft.com/office/officeart/2005/8/layout/hProcess4#1"/>
    <dgm:cxn modelId="{CAACC7E7-1310-B44E-BDEE-037E8F66DC21}" type="presParOf" srcId="{E07897C7-6BEA-1C4E-9136-971205DFDA06}" destId="{85F4753E-B749-DA42-B0B6-D40C9EDFA328}" srcOrd="2" destOrd="0" presId="urn:microsoft.com/office/officeart/2005/8/layout/hProcess4#1"/>
    <dgm:cxn modelId="{F5F7D2D6-2ECA-3343-B3D6-5D074C97CE23}" type="presParOf" srcId="{85F4753E-B749-DA42-B0B6-D40C9EDFA328}" destId="{0012E204-4812-644B-9786-2E72D6315671}" srcOrd="0" destOrd="0" presId="urn:microsoft.com/office/officeart/2005/8/layout/hProcess4#1"/>
    <dgm:cxn modelId="{BE572A1F-B60F-7F42-B037-87FC7FD6688C}" type="presParOf" srcId="{85F4753E-B749-DA42-B0B6-D40C9EDFA328}" destId="{04BCBAE8-47E6-F047-9EED-20E4CA368AC9}" srcOrd="1" destOrd="0" presId="urn:microsoft.com/office/officeart/2005/8/layout/hProcess4#1"/>
    <dgm:cxn modelId="{B2B6FAB0-C45A-E642-BE0D-11D3714CFED5}" type="presParOf" srcId="{85F4753E-B749-DA42-B0B6-D40C9EDFA328}" destId="{48F25CDC-DB82-F249-AE3D-22F61B761F4F}" srcOrd="2" destOrd="0" presId="urn:microsoft.com/office/officeart/2005/8/layout/hProcess4#1"/>
    <dgm:cxn modelId="{34DE4081-EF4E-7D42-B8E1-FDFF5C98F41C}" type="presParOf" srcId="{85F4753E-B749-DA42-B0B6-D40C9EDFA328}" destId="{15536C06-CAD5-F74E-9C34-7026444F387F}" srcOrd="3" destOrd="0" presId="urn:microsoft.com/office/officeart/2005/8/layout/hProcess4#1"/>
    <dgm:cxn modelId="{C4BE7379-9683-354A-8BCD-14B658EF21E6}" type="presParOf" srcId="{85F4753E-B749-DA42-B0B6-D40C9EDFA328}" destId="{7442EE4C-114E-464C-A594-2DE7327EB678}" srcOrd="4" destOrd="0" presId="urn:microsoft.com/office/officeart/2005/8/layout/hProcess4#1"/>
    <dgm:cxn modelId="{844549F9-C709-5A4D-BA8E-F93C20360EEB}" type="presParOf" srcId="{E07897C7-6BEA-1C4E-9136-971205DFDA06}" destId="{AEA38A44-D244-A344-B68C-1F167AF8D334}" srcOrd="3" destOrd="0" presId="urn:microsoft.com/office/officeart/2005/8/layout/hProcess4#1"/>
    <dgm:cxn modelId="{1E727F8C-F29F-D441-A6B4-9C01C98134E3}" type="presParOf" srcId="{E07897C7-6BEA-1C4E-9136-971205DFDA06}" destId="{69B16178-A6A1-3B43-9D32-50FD7BA6275B}" srcOrd="4" destOrd="0" presId="urn:microsoft.com/office/officeart/2005/8/layout/hProcess4#1"/>
    <dgm:cxn modelId="{B63F39B9-3E8A-D645-90BC-B9F595E545D8}" type="presParOf" srcId="{69B16178-A6A1-3B43-9D32-50FD7BA6275B}" destId="{78DD9C68-F0FF-AD49-97E8-518099A62D00}" srcOrd="0" destOrd="0" presId="urn:microsoft.com/office/officeart/2005/8/layout/hProcess4#1"/>
    <dgm:cxn modelId="{43245E30-6C42-1A4D-8AE5-CD4F2581E4EA}" type="presParOf" srcId="{69B16178-A6A1-3B43-9D32-50FD7BA6275B}" destId="{63352B29-E92D-9F46-9593-DE4A7677CCC1}" srcOrd="1" destOrd="0" presId="urn:microsoft.com/office/officeart/2005/8/layout/hProcess4#1"/>
    <dgm:cxn modelId="{A6F09FE2-E491-1C48-B140-BC941ACFD233}" type="presParOf" srcId="{69B16178-A6A1-3B43-9D32-50FD7BA6275B}" destId="{EC44D104-5068-4141-9B0B-611A72C5E139}" srcOrd="2" destOrd="0" presId="urn:microsoft.com/office/officeart/2005/8/layout/hProcess4#1"/>
    <dgm:cxn modelId="{6DA9C4A0-86F4-7A45-96D0-111B1D62EA2B}" type="presParOf" srcId="{69B16178-A6A1-3B43-9D32-50FD7BA6275B}" destId="{5293A313-ADAE-6546-8C69-9346E0957330}" srcOrd="3" destOrd="0" presId="urn:microsoft.com/office/officeart/2005/8/layout/hProcess4#1"/>
    <dgm:cxn modelId="{3E7A4AFE-2C47-7343-A9EA-549D5A35F992}" type="presParOf" srcId="{69B16178-A6A1-3B43-9D32-50FD7BA6275B}" destId="{ED0491E2-BE9E-EF40-868B-A891870FF8C0}" srcOrd="4" destOrd="0" presId="urn:microsoft.com/office/officeart/2005/8/layout/hProcess4#1"/>
    <dgm:cxn modelId="{06182DB6-5420-684E-881E-824B05273E75}" type="presParOf" srcId="{E07897C7-6BEA-1C4E-9136-971205DFDA06}" destId="{0AD1EB50-30B2-4C46-9D43-69AAF6D9C532}" srcOrd="5" destOrd="0" presId="urn:microsoft.com/office/officeart/2005/8/layout/hProcess4#1"/>
    <dgm:cxn modelId="{8ED126A4-C313-664D-9FA1-BDC02E96B093}" type="presParOf" srcId="{E07897C7-6BEA-1C4E-9136-971205DFDA06}" destId="{6C9F15C5-549B-A649-B3B3-A619630CAC49}" srcOrd="6" destOrd="0" presId="urn:microsoft.com/office/officeart/2005/8/layout/hProcess4#1"/>
    <dgm:cxn modelId="{88B03C37-4EA2-DB46-9289-9D9BE37A5100}" type="presParOf" srcId="{6C9F15C5-549B-A649-B3B3-A619630CAC49}" destId="{9C4D4A84-EA1C-3E40-A4D7-1B3BB3EEF71A}" srcOrd="0" destOrd="0" presId="urn:microsoft.com/office/officeart/2005/8/layout/hProcess4#1"/>
    <dgm:cxn modelId="{21D0CCF5-2947-2343-B491-CA0E96B5E94C}" type="presParOf" srcId="{6C9F15C5-549B-A649-B3B3-A619630CAC49}" destId="{5D4ECFAA-394A-384E-9CBB-08D4A983CF34}" srcOrd="1" destOrd="0" presId="urn:microsoft.com/office/officeart/2005/8/layout/hProcess4#1"/>
    <dgm:cxn modelId="{51402F58-3D14-FF46-8F21-767821F262FA}" type="presParOf" srcId="{6C9F15C5-549B-A649-B3B3-A619630CAC49}" destId="{38FECF7E-0BB7-204C-A05F-903B3ADBF4E4}" srcOrd="2" destOrd="0" presId="urn:microsoft.com/office/officeart/2005/8/layout/hProcess4#1"/>
    <dgm:cxn modelId="{17FF4371-3031-0549-BE48-7B4901B827EC}" type="presParOf" srcId="{6C9F15C5-549B-A649-B3B3-A619630CAC49}" destId="{AC0B0CD6-E14E-E246-B229-4634F7E1836D}" srcOrd="3" destOrd="0" presId="urn:microsoft.com/office/officeart/2005/8/layout/hProcess4#1"/>
    <dgm:cxn modelId="{796F9EC4-6060-D54D-9A76-6EFA2E461DC4}" type="presParOf" srcId="{6C9F15C5-549B-A649-B3B3-A619630CAC49}" destId="{1337A905-0191-A747-8451-9D0A7034D35C}" srcOrd="4" destOrd="0" presId="urn:microsoft.com/office/officeart/2005/8/layout/hProcess4#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4BA30DD-493F-E248-AC0C-C76DFD5CF018}" type="doc">
      <dgm:prSet loTypeId="urn:microsoft.com/office/officeart/2005/8/layout/pyramid1" loCatId="pyramid" qsTypeId="urn:microsoft.com/office/officeart/2005/8/quickstyle/simple1" qsCatId="simple" csTypeId="urn:microsoft.com/office/officeart/2005/8/colors/colorful1" csCatId="colorful" phldr="1"/>
      <dgm:spPr/>
      <dgm:t>
        <a:bodyPr/>
        <a:lstStyle/>
        <a:p>
          <a:endParaRPr lang="en-GB"/>
        </a:p>
      </dgm:t>
    </dgm:pt>
    <dgm:pt modelId="{9E376ED7-9CD9-DA40-9F55-1D829F6FC53C}">
      <dgm:prSet phldrT="[Text]" custT="1"/>
      <dgm:spPr>
        <a:solidFill>
          <a:schemeClr val="accent5"/>
        </a:solidFill>
      </dgm:spPr>
      <dgm:t>
        <a:bodyPr/>
        <a:lstStyle/>
        <a:p>
          <a:r>
            <a:rPr lang="en-GB" sz="1600" b="0" cap="none" spc="0">
              <a:ln w="0">
                <a:noFill/>
              </a:ln>
              <a:noFill/>
              <a:effectLst>
                <a:outerShdw blurRad="38100" dist="19050" dir="2700000" algn="tl" rotWithShape="0">
                  <a:schemeClr val="dk1">
                    <a:alpha val="40000"/>
                  </a:schemeClr>
                </a:outerShdw>
              </a:effectLst>
            </a:rPr>
            <a:t>Impact</a:t>
          </a:r>
          <a:endParaRPr lang="en-GB" sz="1600">
            <a:ln w="0">
              <a:noFill/>
            </a:ln>
            <a:noFill/>
          </a:endParaRPr>
        </a:p>
      </dgm:t>
    </dgm:pt>
    <dgm:pt modelId="{88387546-E3F8-8B4A-A482-F125AED56275}" type="parTrans" cxnId="{84B9DF25-521C-9747-9E7D-E219F72F56C2}">
      <dgm:prSet/>
      <dgm:spPr/>
      <dgm:t>
        <a:bodyPr/>
        <a:lstStyle/>
        <a:p>
          <a:endParaRPr lang="en-GB" sz="1600"/>
        </a:p>
      </dgm:t>
    </dgm:pt>
    <dgm:pt modelId="{6DEF21D5-7F05-D946-B24E-A99ED88C3EB2}" type="sibTrans" cxnId="{84B9DF25-521C-9747-9E7D-E219F72F56C2}">
      <dgm:prSet/>
      <dgm:spPr/>
      <dgm:t>
        <a:bodyPr/>
        <a:lstStyle/>
        <a:p>
          <a:endParaRPr lang="en-GB" sz="1600"/>
        </a:p>
      </dgm:t>
    </dgm:pt>
    <dgm:pt modelId="{5EB51315-25E4-FA41-9699-B0E4095ECA8F}">
      <dgm:prSet phldrT="[Text]" custT="1"/>
      <dgm:spPr>
        <a:solidFill>
          <a:schemeClr val="accent4"/>
        </a:solidFill>
      </dgm:spPr>
      <dgm:t>
        <a:bodyPr/>
        <a:lstStyle/>
        <a:p>
          <a:r>
            <a:rPr lang="en-GB" sz="1800">
              <a:solidFill>
                <a:schemeClr val="bg1"/>
              </a:solidFill>
            </a:rPr>
            <a:t>Outcomes</a:t>
          </a:r>
        </a:p>
      </dgm:t>
    </dgm:pt>
    <dgm:pt modelId="{7B78F891-1A12-2441-AB34-C86D4748A266}" type="parTrans" cxnId="{BFB3E1E6-FD79-6C4B-82AA-BE8F6D132F00}">
      <dgm:prSet/>
      <dgm:spPr/>
      <dgm:t>
        <a:bodyPr/>
        <a:lstStyle/>
        <a:p>
          <a:endParaRPr lang="en-GB" sz="1600"/>
        </a:p>
      </dgm:t>
    </dgm:pt>
    <dgm:pt modelId="{A3356BA8-0648-B140-A214-2386245876CF}" type="sibTrans" cxnId="{BFB3E1E6-FD79-6C4B-82AA-BE8F6D132F00}">
      <dgm:prSet/>
      <dgm:spPr/>
      <dgm:t>
        <a:bodyPr/>
        <a:lstStyle/>
        <a:p>
          <a:endParaRPr lang="en-GB" sz="1600"/>
        </a:p>
      </dgm:t>
    </dgm:pt>
    <dgm:pt modelId="{2DAEF11A-DF8A-8C4F-B12E-39DA4003777A}">
      <dgm:prSet phldrT="[Text]" custT="1"/>
      <dgm:spPr>
        <a:solidFill>
          <a:schemeClr val="accent3"/>
        </a:solidFill>
      </dgm:spPr>
      <dgm:t>
        <a:bodyPr/>
        <a:lstStyle/>
        <a:p>
          <a:r>
            <a:rPr lang="en-GB" sz="1800" dirty="0">
              <a:solidFill>
                <a:schemeClr val="bg1"/>
              </a:solidFill>
            </a:rPr>
            <a:t>Outputs</a:t>
          </a:r>
        </a:p>
      </dgm:t>
    </dgm:pt>
    <dgm:pt modelId="{E1D6435C-60B6-8449-BE39-C3F66D191FC8}" type="parTrans" cxnId="{0BE564DE-87C7-EA4A-9A3D-752B7CB921BC}">
      <dgm:prSet/>
      <dgm:spPr/>
      <dgm:t>
        <a:bodyPr/>
        <a:lstStyle/>
        <a:p>
          <a:endParaRPr lang="en-GB" sz="1600"/>
        </a:p>
      </dgm:t>
    </dgm:pt>
    <dgm:pt modelId="{25F4FF60-68A1-3C42-9C76-1DA90585EC99}" type="sibTrans" cxnId="{0BE564DE-87C7-EA4A-9A3D-752B7CB921BC}">
      <dgm:prSet/>
      <dgm:spPr/>
      <dgm:t>
        <a:bodyPr/>
        <a:lstStyle/>
        <a:p>
          <a:endParaRPr lang="en-GB" sz="1600"/>
        </a:p>
      </dgm:t>
    </dgm:pt>
    <dgm:pt modelId="{CA927328-F462-E242-A65E-41D9A303E57D}">
      <dgm:prSet phldrT="[Text]" custT="1"/>
      <dgm:spPr>
        <a:solidFill>
          <a:schemeClr val="accent2"/>
        </a:solidFill>
      </dgm:spPr>
      <dgm:t>
        <a:bodyPr/>
        <a:lstStyle/>
        <a:p>
          <a:r>
            <a:rPr lang="en-GB" sz="1800" dirty="0">
              <a:solidFill>
                <a:schemeClr val="bg1"/>
              </a:solidFill>
            </a:rPr>
            <a:t>Activities/Resources</a:t>
          </a:r>
        </a:p>
      </dgm:t>
    </dgm:pt>
    <dgm:pt modelId="{64FE3B86-749A-5946-A719-06B432EACA2F}" type="parTrans" cxnId="{5BD113CA-B747-1445-80A9-50625ADA3409}">
      <dgm:prSet/>
      <dgm:spPr/>
      <dgm:t>
        <a:bodyPr/>
        <a:lstStyle/>
        <a:p>
          <a:endParaRPr lang="en-GB" sz="1600"/>
        </a:p>
      </dgm:t>
    </dgm:pt>
    <dgm:pt modelId="{075BEC08-1DDB-3640-A937-819022FA0160}" type="sibTrans" cxnId="{5BD113CA-B747-1445-80A9-50625ADA3409}">
      <dgm:prSet/>
      <dgm:spPr/>
      <dgm:t>
        <a:bodyPr/>
        <a:lstStyle/>
        <a:p>
          <a:endParaRPr lang="en-GB" sz="1600"/>
        </a:p>
      </dgm:t>
    </dgm:pt>
    <dgm:pt modelId="{C6ACE4E2-9A0B-3F4C-8838-3AFAB94533AB}" type="pres">
      <dgm:prSet presAssocID="{F4BA30DD-493F-E248-AC0C-C76DFD5CF018}" presName="Name0" presStyleCnt="0">
        <dgm:presLayoutVars>
          <dgm:dir/>
          <dgm:animLvl val="lvl"/>
          <dgm:resizeHandles val="exact"/>
        </dgm:presLayoutVars>
      </dgm:prSet>
      <dgm:spPr/>
    </dgm:pt>
    <dgm:pt modelId="{CB68022C-6544-1D49-A366-F764D851DEC7}" type="pres">
      <dgm:prSet presAssocID="{9E376ED7-9CD9-DA40-9F55-1D829F6FC53C}" presName="Name8" presStyleCnt="0"/>
      <dgm:spPr/>
    </dgm:pt>
    <dgm:pt modelId="{907B0229-6748-0C44-8FB0-EF4D94F07A87}" type="pres">
      <dgm:prSet presAssocID="{9E376ED7-9CD9-DA40-9F55-1D829F6FC53C}" presName="level" presStyleLbl="node1" presStyleIdx="0" presStyleCnt="4" custLinFactNeighborY="-1538">
        <dgm:presLayoutVars>
          <dgm:chMax val="1"/>
          <dgm:bulletEnabled val="1"/>
        </dgm:presLayoutVars>
      </dgm:prSet>
      <dgm:spPr/>
    </dgm:pt>
    <dgm:pt modelId="{A50E3DF5-4313-C045-9CA0-EB38C47F75FE}" type="pres">
      <dgm:prSet presAssocID="{9E376ED7-9CD9-DA40-9F55-1D829F6FC53C}" presName="levelTx" presStyleLbl="revTx" presStyleIdx="0" presStyleCnt="0">
        <dgm:presLayoutVars>
          <dgm:chMax val="1"/>
          <dgm:bulletEnabled val="1"/>
        </dgm:presLayoutVars>
      </dgm:prSet>
      <dgm:spPr/>
    </dgm:pt>
    <dgm:pt modelId="{62F608F7-0667-C740-A7FD-2383C9FF8D55}" type="pres">
      <dgm:prSet presAssocID="{5EB51315-25E4-FA41-9699-B0E4095ECA8F}" presName="Name8" presStyleCnt="0"/>
      <dgm:spPr/>
    </dgm:pt>
    <dgm:pt modelId="{2B0ACFF8-2212-CC43-849F-C2D5D8506E64}" type="pres">
      <dgm:prSet presAssocID="{5EB51315-25E4-FA41-9699-B0E4095ECA8F}" presName="level" presStyleLbl="node1" presStyleIdx="1" presStyleCnt="4">
        <dgm:presLayoutVars>
          <dgm:chMax val="1"/>
          <dgm:bulletEnabled val="1"/>
        </dgm:presLayoutVars>
      </dgm:prSet>
      <dgm:spPr/>
    </dgm:pt>
    <dgm:pt modelId="{3595AD0B-6768-F045-AAF8-A6FE6A8FE62D}" type="pres">
      <dgm:prSet presAssocID="{5EB51315-25E4-FA41-9699-B0E4095ECA8F}" presName="levelTx" presStyleLbl="revTx" presStyleIdx="0" presStyleCnt="0">
        <dgm:presLayoutVars>
          <dgm:chMax val="1"/>
          <dgm:bulletEnabled val="1"/>
        </dgm:presLayoutVars>
      </dgm:prSet>
      <dgm:spPr/>
    </dgm:pt>
    <dgm:pt modelId="{663498B8-A489-AA48-8BDC-DFE45FAA81FA}" type="pres">
      <dgm:prSet presAssocID="{2DAEF11A-DF8A-8C4F-B12E-39DA4003777A}" presName="Name8" presStyleCnt="0"/>
      <dgm:spPr/>
    </dgm:pt>
    <dgm:pt modelId="{44D9D75D-5E17-8D4B-B225-D0BC1241CFA0}" type="pres">
      <dgm:prSet presAssocID="{2DAEF11A-DF8A-8C4F-B12E-39DA4003777A}" presName="level" presStyleLbl="node1" presStyleIdx="2" presStyleCnt="4">
        <dgm:presLayoutVars>
          <dgm:chMax val="1"/>
          <dgm:bulletEnabled val="1"/>
        </dgm:presLayoutVars>
      </dgm:prSet>
      <dgm:spPr/>
    </dgm:pt>
    <dgm:pt modelId="{782CF40F-08B4-3946-B8C7-C4626FD9FB54}" type="pres">
      <dgm:prSet presAssocID="{2DAEF11A-DF8A-8C4F-B12E-39DA4003777A}" presName="levelTx" presStyleLbl="revTx" presStyleIdx="0" presStyleCnt="0">
        <dgm:presLayoutVars>
          <dgm:chMax val="1"/>
          <dgm:bulletEnabled val="1"/>
        </dgm:presLayoutVars>
      </dgm:prSet>
      <dgm:spPr/>
    </dgm:pt>
    <dgm:pt modelId="{07389383-1836-0745-A8A0-08AFFFCFC555}" type="pres">
      <dgm:prSet presAssocID="{CA927328-F462-E242-A65E-41D9A303E57D}" presName="Name8" presStyleCnt="0"/>
      <dgm:spPr/>
    </dgm:pt>
    <dgm:pt modelId="{67E47666-689F-234B-8092-76709B211863}" type="pres">
      <dgm:prSet presAssocID="{CA927328-F462-E242-A65E-41D9A303E57D}" presName="level" presStyleLbl="node1" presStyleIdx="3" presStyleCnt="4">
        <dgm:presLayoutVars>
          <dgm:chMax val="1"/>
          <dgm:bulletEnabled val="1"/>
        </dgm:presLayoutVars>
      </dgm:prSet>
      <dgm:spPr/>
    </dgm:pt>
    <dgm:pt modelId="{A4B0E928-A45A-754B-8CD0-262902C5D299}" type="pres">
      <dgm:prSet presAssocID="{CA927328-F462-E242-A65E-41D9A303E57D}" presName="levelTx" presStyleLbl="revTx" presStyleIdx="0" presStyleCnt="0">
        <dgm:presLayoutVars>
          <dgm:chMax val="1"/>
          <dgm:bulletEnabled val="1"/>
        </dgm:presLayoutVars>
      </dgm:prSet>
      <dgm:spPr/>
    </dgm:pt>
  </dgm:ptLst>
  <dgm:cxnLst>
    <dgm:cxn modelId="{84B9DF25-521C-9747-9E7D-E219F72F56C2}" srcId="{F4BA30DD-493F-E248-AC0C-C76DFD5CF018}" destId="{9E376ED7-9CD9-DA40-9F55-1D829F6FC53C}" srcOrd="0" destOrd="0" parTransId="{88387546-E3F8-8B4A-A482-F125AED56275}" sibTransId="{6DEF21D5-7F05-D946-B24E-A99ED88C3EB2}"/>
    <dgm:cxn modelId="{9D95485E-11DC-804A-8F75-47BBBD1A788F}" type="presOf" srcId="{F4BA30DD-493F-E248-AC0C-C76DFD5CF018}" destId="{C6ACE4E2-9A0B-3F4C-8838-3AFAB94533AB}" srcOrd="0" destOrd="0" presId="urn:microsoft.com/office/officeart/2005/8/layout/pyramid1"/>
    <dgm:cxn modelId="{A3533C4C-4053-934D-82B6-378D67FE3AAF}" type="presOf" srcId="{CA927328-F462-E242-A65E-41D9A303E57D}" destId="{67E47666-689F-234B-8092-76709B211863}" srcOrd="0" destOrd="0" presId="urn:microsoft.com/office/officeart/2005/8/layout/pyramid1"/>
    <dgm:cxn modelId="{FE8BD277-788E-194B-AD7F-407B3B8FFEBD}" type="presOf" srcId="{9E376ED7-9CD9-DA40-9F55-1D829F6FC53C}" destId="{A50E3DF5-4313-C045-9CA0-EB38C47F75FE}" srcOrd="1" destOrd="0" presId="urn:microsoft.com/office/officeart/2005/8/layout/pyramid1"/>
    <dgm:cxn modelId="{02547990-5A10-3340-81CF-1836D1B1FC52}" type="presOf" srcId="{2DAEF11A-DF8A-8C4F-B12E-39DA4003777A}" destId="{44D9D75D-5E17-8D4B-B225-D0BC1241CFA0}" srcOrd="0" destOrd="0" presId="urn:microsoft.com/office/officeart/2005/8/layout/pyramid1"/>
    <dgm:cxn modelId="{8E3944A3-16AC-D34A-998F-19FD07B198A5}" type="presOf" srcId="{5EB51315-25E4-FA41-9699-B0E4095ECA8F}" destId="{2B0ACFF8-2212-CC43-849F-C2D5D8506E64}" srcOrd="0" destOrd="0" presId="urn:microsoft.com/office/officeart/2005/8/layout/pyramid1"/>
    <dgm:cxn modelId="{B3CD1AB3-383E-4C43-8B03-62A8F7E45C4C}" type="presOf" srcId="{5EB51315-25E4-FA41-9699-B0E4095ECA8F}" destId="{3595AD0B-6768-F045-AAF8-A6FE6A8FE62D}" srcOrd="1" destOrd="0" presId="urn:microsoft.com/office/officeart/2005/8/layout/pyramid1"/>
    <dgm:cxn modelId="{02C817BC-BB4B-5848-ABB5-A1C0FDA01494}" type="presOf" srcId="{2DAEF11A-DF8A-8C4F-B12E-39DA4003777A}" destId="{782CF40F-08B4-3946-B8C7-C4626FD9FB54}" srcOrd="1" destOrd="0" presId="urn:microsoft.com/office/officeart/2005/8/layout/pyramid1"/>
    <dgm:cxn modelId="{427170BC-F9C8-E944-9D95-F0EBBD56BCE9}" type="presOf" srcId="{CA927328-F462-E242-A65E-41D9A303E57D}" destId="{A4B0E928-A45A-754B-8CD0-262902C5D299}" srcOrd="1" destOrd="0" presId="urn:microsoft.com/office/officeart/2005/8/layout/pyramid1"/>
    <dgm:cxn modelId="{5BD113CA-B747-1445-80A9-50625ADA3409}" srcId="{F4BA30DD-493F-E248-AC0C-C76DFD5CF018}" destId="{CA927328-F462-E242-A65E-41D9A303E57D}" srcOrd="3" destOrd="0" parTransId="{64FE3B86-749A-5946-A719-06B432EACA2F}" sibTransId="{075BEC08-1DDB-3640-A937-819022FA0160}"/>
    <dgm:cxn modelId="{0BE564DE-87C7-EA4A-9A3D-752B7CB921BC}" srcId="{F4BA30DD-493F-E248-AC0C-C76DFD5CF018}" destId="{2DAEF11A-DF8A-8C4F-B12E-39DA4003777A}" srcOrd="2" destOrd="0" parTransId="{E1D6435C-60B6-8449-BE39-C3F66D191FC8}" sibTransId="{25F4FF60-68A1-3C42-9C76-1DA90585EC99}"/>
    <dgm:cxn modelId="{0BC0CBE2-A15B-3046-9069-62A2A475B98D}" type="presOf" srcId="{9E376ED7-9CD9-DA40-9F55-1D829F6FC53C}" destId="{907B0229-6748-0C44-8FB0-EF4D94F07A87}" srcOrd="0" destOrd="0" presId="urn:microsoft.com/office/officeart/2005/8/layout/pyramid1"/>
    <dgm:cxn modelId="{BFB3E1E6-FD79-6C4B-82AA-BE8F6D132F00}" srcId="{F4BA30DD-493F-E248-AC0C-C76DFD5CF018}" destId="{5EB51315-25E4-FA41-9699-B0E4095ECA8F}" srcOrd="1" destOrd="0" parTransId="{7B78F891-1A12-2441-AB34-C86D4748A266}" sibTransId="{A3356BA8-0648-B140-A214-2386245876CF}"/>
    <dgm:cxn modelId="{ACC8682E-2DFE-5544-8BDB-0DEF4730EB2D}" type="presParOf" srcId="{C6ACE4E2-9A0B-3F4C-8838-3AFAB94533AB}" destId="{CB68022C-6544-1D49-A366-F764D851DEC7}" srcOrd="0" destOrd="0" presId="urn:microsoft.com/office/officeart/2005/8/layout/pyramid1"/>
    <dgm:cxn modelId="{2591CC59-0F3E-6B41-B728-C4AF3385AE01}" type="presParOf" srcId="{CB68022C-6544-1D49-A366-F764D851DEC7}" destId="{907B0229-6748-0C44-8FB0-EF4D94F07A87}" srcOrd="0" destOrd="0" presId="urn:microsoft.com/office/officeart/2005/8/layout/pyramid1"/>
    <dgm:cxn modelId="{CBB9A053-EA02-B84F-BED9-54BB3D3F940D}" type="presParOf" srcId="{CB68022C-6544-1D49-A366-F764D851DEC7}" destId="{A50E3DF5-4313-C045-9CA0-EB38C47F75FE}" srcOrd="1" destOrd="0" presId="urn:microsoft.com/office/officeart/2005/8/layout/pyramid1"/>
    <dgm:cxn modelId="{64BA23F1-2192-7844-BEA6-980C0BC1DC48}" type="presParOf" srcId="{C6ACE4E2-9A0B-3F4C-8838-3AFAB94533AB}" destId="{62F608F7-0667-C740-A7FD-2383C9FF8D55}" srcOrd="1" destOrd="0" presId="urn:microsoft.com/office/officeart/2005/8/layout/pyramid1"/>
    <dgm:cxn modelId="{57D4039A-97CD-1B42-BC61-3612437EC10F}" type="presParOf" srcId="{62F608F7-0667-C740-A7FD-2383C9FF8D55}" destId="{2B0ACFF8-2212-CC43-849F-C2D5D8506E64}" srcOrd="0" destOrd="0" presId="urn:microsoft.com/office/officeart/2005/8/layout/pyramid1"/>
    <dgm:cxn modelId="{4935E7CA-0E3E-0146-B10A-FF5E95A14B66}" type="presParOf" srcId="{62F608F7-0667-C740-A7FD-2383C9FF8D55}" destId="{3595AD0B-6768-F045-AAF8-A6FE6A8FE62D}" srcOrd="1" destOrd="0" presId="urn:microsoft.com/office/officeart/2005/8/layout/pyramid1"/>
    <dgm:cxn modelId="{8841CB28-3C5F-2F4D-AC46-96CEC2F0B60B}" type="presParOf" srcId="{C6ACE4E2-9A0B-3F4C-8838-3AFAB94533AB}" destId="{663498B8-A489-AA48-8BDC-DFE45FAA81FA}" srcOrd="2" destOrd="0" presId="urn:microsoft.com/office/officeart/2005/8/layout/pyramid1"/>
    <dgm:cxn modelId="{EEAEB1E4-4D30-034C-A660-8D412876C83D}" type="presParOf" srcId="{663498B8-A489-AA48-8BDC-DFE45FAA81FA}" destId="{44D9D75D-5E17-8D4B-B225-D0BC1241CFA0}" srcOrd="0" destOrd="0" presId="urn:microsoft.com/office/officeart/2005/8/layout/pyramid1"/>
    <dgm:cxn modelId="{F41C5400-C156-9445-B0D6-A6B508671FD8}" type="presParOf" srcId="{663498B8-A489-AA48-8BDC-DFE45FAA81FA}" destId="{782CF40F-08B4-3946-B8C7-C4626FD9FB54}" srcOrd="1" destOrd="0" presId="urn:microsoft.com/office/officeart/2005/8/layout/pyramid1"/>
    <dgm:cxn modelId="{305EB664-AB70-9945-9505-1A1BF33B116B}" type="presParOf" srcId="{C6ACE4E2-9A0B-3F4C-8838-3AFAB94533AB}" destId="{07389383-1836-0745-A8A0-08AFFFCFC555}" srcOrd="3" destOrd="0" presId="urn:microsoft.com/office/officeart/2005/8/layout/pyramid1"/>
    <dgm:cxn modelId="{AF7814B3-3044-8144-AFFC-7B4906329F89}" type="presParOf" srcId="{07389383-1836-0745-A8A0-08AFFFCFC555}" destId="{67E47666-689F-234B-8092-76709B211863}" srcOrd="0" destOrd="0" presId="urn:microsoft.com/office/officeart/2005/8/layout/pyramid1"/>
    <dgm:cxn modelId="{EC86412B-E1B8-8A47-B370-35493B632ED4}" type="presParOf" srcId="{07389383-1836-0745-A8A0-08AFFFCFC555}" destId="{A4B0E928-A45A-754B-8CD0-262902C5D299}"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5D96D9-36D8-1F4E-9F83-DE2F47EE1C2C}">
      <dsp:nvSpPr>
        <dsp:cNvPr id="0" name=""/>
        <dsp:cNvSpPr/>
      </dsp:nvSpPr>
      <dsp:spPr>
        <a:xfrm>
          <a:off x="1173302" y="443344"/>
          <a:ext cx="3933291" cy="4026235"/>
        </a:xfrm>
        <a:prstGeom prst="pie">
          <a:avLst>
            <a:gd name="adj1" fmla="val 16200000"/>
            <a:gd name="adj2" fmla="val 180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GB" sz="1500" b="1" kern="1200"/>
            <a:t>Funders &amp; Customers</a:t>
          </a:r>
          <a:r>
            <a:rPr lang="en-GB" sz="1500" kern="1200"/>
            <a:t>: </a:t>
          </a:r>
          <a:br>
            <a:rPr lang="en-GB" sz="1500" kern="1200"/>
          </a:br>
          <a:r>
            <a:rPr lang="en-GB" sz="1500" kern="1200"/>
            <a:t>Who pays for activities in your organisation</a:t>
          </a:r>
        </a:p>
      </dsp:txBody>
      <dsp:txXfrm>
        <a:off x="3327248" y="1162314"/>
        <a:ext cx="1311097" cy="1342078"/>
      </dsp:txXfrm>
    </dsp:sp>
    <dsp:sp modelId="{AB5B4A68-EBFF-F446-9932-3339409992CF}">
      <dsp:nvSpPr>
        <dsp:cNvPr id="0" name=""/>
        <dsp:cNvSpPr/>
      </dsp:nvSpPr>
      <dsp:spPr>
        <a:xfrm>
          <a:off x="1202334" y="444660"/>
          <a:ext cx="3933291" cy="3933291"/>
        </a:xfrm>
        <a:prstGeom prst="pie">
          <a:avLst>
            <a:gd name="adj1" fmla="val 1800000"/>
            <a:gd name="adj2" fmla="val 9000000"/>
          </a:avLst>
        </a:prstGeom>
        <a:solidFill>
          <a:schemeClr val="accent2">
            <a:hueOff val="-2880267"/>
            <a:satOff val="20313"/>
            <a:lumOff val="353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GB" sz="1500" b="1" kern="1200"/>
            <a:t>Beneficiaries</a:t>
          </a:r>
          <a:r>
            <a:rPr lang="en-GB" sz="1500" kern="1200"/>
            <a:t>:</a:t>
          </a:r>
          <a:br>
            <a:rPr lang="en-GB" sz="1500" kern="1200"/>
          </a:br>
          <a:r>
            <a:rPr lang="en-GB" sz="1500" kern="1200"/>
            <a:t>Who benefits from your organisation's work</a:t>
          </a:r>
        </a:p>
      </dsp:txBody>
      <dsp:txXfrm>
        <a:off x="2279307" y="2926379"/>
        <a:ext cx="1779346" cy="1217447"/>
      </dsp:txXfrm>
    </dsp:sp>
    <dsp:sp modelId="{FD7D95E4-3982-3B4D-AF94-F6AFABAF9215}">
      <dsp:nvSpPr>
        <dsp:cNvPr id="0" name=""/>
        <dsp:cNvSpPr/>
      </dsp:nvSpPr>
      <dsp:spPr>
        <a:xfrm>
          <a:off x="1202334" y="444660"/>
          <a:ext cx="3933291" cy="3933291"/>
        </a:xfrm>
        <a:prstGeom prst="pie">
          <a:avLst>
            <a:gd name="adj1" fmla="val 9000000"/>
            <a:gd name="adj2" fmla="val 16200000"/>
          </a:avLst>
        </a:prstGeom>
        <a:solidFill>
          <a:schemeClr val="accent2">
            <a:hueOff val="-5760534"/>
            <a:satOff val="40625"/>
            <a:lumOff val="7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GB" sz="1500" b="1" kern="1200" dirty="0"/>
            <a:t>Partners &amp; Associates:</a:t>
          </a:r>
          <a:br>
            <a:rPr lang="en-GB" sz="1500" b="1" kern="1200" dirty="0"/>
          </a:br>
          <a:r>
            <a:rPr lang="en-GB" sz="1500" kern="1200" dirty="0"/>
            <a:t>Others who you work with</a:t>
          </a:r>
        </a:p>
      </dsp:txBody>
      <dsp:txXfrm>
        <a:off x="1623758" y="1193858"/>
        <a:ext cx="1311097" cy="13110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B8491A-BA6B-0E41-B62F-E536224E3D05}">
      <dsp:nvSpPr>
        <dsp:cNvPr id="0" name=""/>
        <dsp:cNvSpPr/>
      </dsp:nvSpPr>
      <dsp:spPr>
        <a:xfrm>
          <a:off x="2608751" y="449766"/>
          <a:ext cx="5742305" cy="4842772"/>
        </a:xfrm>
        <a:prstGeom prst="triangl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5C990F-A394-9D4F-A4B6-7BD2B596FDD8}">
      <dsp:nvSpPr>
        <dsp:cNvPr id="0" name=""/>
        <dsp:cNvSpPr/>
      </dsp:nvSpPr>
      <dsp:spPr>
        <a:xfrm>
          <a:off x="4656629" y="574791"/>
          <a:ext cx="3732498" cy="1020604"/>
        </a:xfrm>
        <a:prstGeom prst="roundRect">
          <a:avLst/>
        </a:prstGeom>
        <a:solidFill>
          <a:schemeClr val="accent5">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b="1" kern="1200">
              <a:solidFill>
                <a:schemeClr val="bg1"/>
              </a:solidFill>
            </a:rPr>
            <a:t>Impact</a:t>
          </a:r>
          <a:br>
            <a:rPr lang="en-GB" sz="1600" b="1" kern="1200">
              <a:solidFill>
                <a:schemeClr val="bg1"/>
              </a:solidFill>
            </a:rPr>
          </a:br>
          <a:r>
            <a:rPr lang="en-GB" sz="1600" b="0" kern="1200">
              <a:solidFill>
                <a:schemeClr val="bg1"/>
              </a:solidFill>
            </a:rPr>
            <a:t>Why does your organisation exists?</a:t>
          </a:r>
          <a:br>
            <a:rPr lang="en-GB" sz="1600" b="0" kern="1200">
              <a:solidFill>
                <a:schemeClr val="bg1"/>
              </a:solidFill>
            </a:rPr>
          </a:br>
          <a:r>
            <a:rPr lang="en-GB" sz="1600" b="0" kern="1200">
              <a:solidFill>
                <a:schemeClr val="bg1"/>
              </a:solidFill>
            </a:rPr>
            <a:t>What is the </a:t>
          </a:r>
          <a:r>
            <a:rPr lang="en-GB" sz="1600" kern="1200">
              <a:solidFill>
                <a:schemeClr val="bg1"/>
              </a:solidFill>
            </a:rPr>
            <a:t>one big change in the world you want to see?</a:t>
          </a:r>
        </a:p>
      </dsp:txBody>
      <dsp:txXfrm>
        <a:off x="4706451" y="624613"/>
        <a:ext cx="3632854" cy="920960"/>
      </dsp:txXfrm>
    </dsp:sp>
    <dsp:sp modelId="{59B6AAB3-84D5-FE43-A080-D156998BEF0C}">
      <dsp:nvSpPr>
        <dsp:cNvPr id="0" name=""/>
        <dsp:cNvSpPr/>
      </dsp:nvSpPr>
      <dsp:spPr>
        <a:xfrm>
          <a:off x="4656629" y="1722971"/>
          <a:ext cx="3732498" cy="1020604"/>
        </a:xfrm>
        <a:prstGeom prst="roundRect">
          <a:avLst/>
        </a:prstGeom>
        <a:solidFill>
          <a:schemeClr val="accent4">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b="1" kern="1200">
              <a:solidFill>
                <a:schemeClr val="bg1"/>
              </a:solidFill>
            </a:rPr>
            <a:t>Outcomes</a:t>
          </a:r>
        </a:p>
        <a:p>
          <a:pPr marL="0" lvl="0" indent="0" algn="ctr" defTabSz="711200">
            <a:lnSpc>
              <a:spcPct val="90000"/>
            </a:lnSpc>
            <a:spcBef>
              <a:spcPct val="0"/>
            </a:spcBef>
            <a:spcAft>
              <a:spcPct val="35000"/>
            </a:spcAft>
            <a:buNone/>
          </a:pPr>
          <a:r>
            <a:rPr lang="en-GB" sz="1600" kern="1200">
              <a:solidFill>
                <a:schemeClr val="bg1"/>
              </a:solidFill>
            </a:rPr>
            <a:t>How do your affect change for</a:t>
          </a:r>
          <a:br>
            <a:rPr lang="en-GB" sz="1600" kern="1200">
              <a:solidFill>
                <a:schemeClr val="bg1"/>
              </a:solidFill>
            </a:rPr>
          </a:br>
          <a:r>
            <a:rPr lang="en-GB" sz="1600" kern="1200">
              <a:solidFill>
                <a:schemeClr val="bg1"/>
              </a:solidFill>
            </a:rPr>
            <a:t>your users to drive impact?</a:t>
          </a:r>
        </a:p>
      </dsp:txBody>
      <dsp:txXfrm>
        <a:off x="4706451" y="1772793"/>
        <a:ext cx="3632854" cy="920960"/>
      </dsp:txXfrm>
    </dsp:sp>
    <dsp:sp modelId="{14111412-5C99-FD4C-877D-BFA0C90EFDB0}">
      <dsp:nvSpPr>
        <dsp:cNvPr id="0" name=""/>
        <dsp:cNvSpPr/>
      </dsp:nvSpPr>
      <dsp:spPr>
        <a:xfrm>
          <a:off x="4656629" y="2871152"/>
          <a:ext cx="3732498" cy="1020604"/>
        </a:xfrm>
        <a:prstGeom prst="roundRect">
          <a:avLst/>
        </a:prstGeom>
        <a:solidFill>
          <a:schemeClr val="accent3">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b="1" kern="1200">
              <a:solidFill>
                <a:schemeClr val="bg1"/>
              </a:solidFill>
            </a:rPr>
            <a:t>Outputs</a:t>
          </a:r>
        </a:p>
        <a:p>
          <a:pPr marL="0" lvl="0" indent="0" algn="ctr" defTabSz="711200">
            <a:lnSpc>
              <a:spcPct val="90000"/>
            </a:lnSpc>
            <a:spcBef>
              <a:spcPct val="0"/>
            </a:spcBef>
            <a:spcAft>
              <a:spcPct val="35000"/>
            </a:spcAft>
            <a:buNone/>
          </a:pPr>
          <a:r>
            <a:rPr lang="en-GB" sz="1600" kern="1200">
              <a:solidFill>
                <a:schemeClr val="bg1"/>
              </a:solidFill>
            </a:rPr>
            <a:t>What goods &amp; services you provide that drive change for your beneficiaries?</a:t>
          </a:r>
        </a:p>
      </dsp:txBody>
      <dsp:txXfrm>
        <a:off x="4706451" y="2920974"/>
        <a:ext cx="3632854" cy="920960"/>
      </dsp:txXfrm>
    </dsp:sp>
    <dsp:sp modelId="{63B1D574-EAC1-D14E-B354-E8C3AE15DEA8}">
      <dsp:nvSpPr>
        <dsp:cNvPr id="0" name=""/>
        <dsp:cNvSpPr/>
      </dsp:nvSpPr>
      <dsp:spPr>
        <a:xfrm>
          <a:off x="4656629" y="4019333"/>
          <a:ext cx="3732498" cy="1020604"/>
        </a:xfrm>
        <a:prstGeom prst="roundRect">
          <a:avLst/>
        </a:prstGeom>
        <a:solidFill>
          <a:schemeClr val="accent2">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b="1" kern="1200">
              <a:solidFill>
                <a:schemeClr val="bg1"/>
              </a:solidFill>
            </a:rPr>
            <a:t>Activities/</a:t>
          </a:r>
          <a:br>
            <a:rPr lang="en-GB" sz="1600" b="1" kern="1200">
              <a:solidFill>
                <a:schemeClr val="bg1"/>
              </a:solidFill>
            </a:rPr>
          </a:br>
          <a:r>
            <a:rPr lang="en-GB" sz="1600" b="1" kern="1200">
              <a:solidFill>
                <a:schemeClr val="bg1"/>
              </a:solidFill>
            </a:rPr>
            <a:t> Resources</a:t>
          </a:r>
        </a:p>
        <a:p>
          <a:pPr marL="0" lvl="0" indent="0" algn="ctr" defTabSz="711200">
            <a:lnSpc>
              <a:spcPct val="90000"/>
            </a:lnSpc>
            <a:spcBef>
              <a:spcPct val="0"/>
            </a:spcBef>
            <a:spcAft>
              <a:spcPct val="35000"/>
            </a:spcAft>
            <a:buNone/>
          </a:pPr>
          <a:r>
            <a:rPr lang="en-GB" sz="1600" kern="1200">
              <a:solidFill>
                <a:schemeClr val="bg1"/>
              </a:solidFill>
            </a:rPr>
            <a:t>What do you need to have/do to provide </a:t>
          </a:r>
          <a:br>
            <a:rPr lang="en-GB" sz="1600" kern="1200">
              <a:solidFill>
                <a:schemeClr val="bg1"/>
              </a:solidFill>
            </a:rPr>
          </a:br>
          <a:r>
            <a:rPr lang="en-GB" sz="1600" kern="1200">
              <a:solidFill>
                <a:schemeClr val="bg1"/>
              </a:solidFill>
            </a:rPr>
            <a:t>the goods &amp; services?</a:t>
          </a:r>
        </a:p>
      </dsp:txBody>
      <dsp:txXfrm>
        <a:off x="4706451" y="4069155"/>
        <a:ext cx="3632854" cy="9209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EB4897-55D2-4949-B4BE-9D1F18F8A0C3}">
      <dsp:nvSpPr>
        <dsp:cNvPr id="0" name=""/>
        <dsp:cNvSpPr/>
      </dsp:nvSpPr>
      <dsp:spPr>
        <a:xfrm flipV="1">
          <a:off x="1724" y="1862929"/>
          <a:ext cx="2294257" cy="60008"/>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568297-6226-FC48-B97F-14A3C2AA7DAD}">
      <dsp:nvSpPr>
        <dsp:cNvPr id="0" name=""/>
        <dsp:cNvSpPr/>
      </dsp:nvSpPr>
      <dsp:spPr>
        <a:xfrm rot="21200390">
          <a:off x="1056506" y="704769"/>
          <a:ext cx="2535278" cy="2535278"/>
        </a:xfrm>
        <a:prstGeom prst="leftCircularArrow">
          <a:avLst>
            <a:gd name="adj1" fmla="val 1729"/>
            <a:gd name="adj2" fmla="val 205845"/>
            <a:gd name="adj3" fmla="val 2379647"/>
            <a:gd name="adj4" fmla="val 9422781"/>
            <a:gd name="adj5" fmla="val 2017"/>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23E9816-AF72-1E48-B7DD-7BA9139FA79D}">
      <dsp:nvSpPr>
        <dsp:cNvPr id="0" name=""/>
        <dsp:cNvSpPr/>
      </dsp:nvSpPr>
      <dsp:spPr>
        <a:xfrm>
          <a:off x="302054" y="1642469"/>
          <a:ext cx="1612370" cy="61543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GB" sz="1600" kern="1200"/>
            <a:t>Activities/</a:t>
          </a:r>
          <a:br>
            <a:rPr lang="en-GB" sz="1600" kern="1200"/>
          </a:br>
          <a:r>
            <a:rPr lang="en-GB" sz="1600" kern="1200"/>
            <a:t>Resources</a:t>
          </a:r>
        </a:p>
      </dsp:txBody>
      <dsp:txXfrm>
        <a:off x="320079" y="1660494"/>
        <a:ext cx="1576320" cy="579385"/>
      </dsp:txXfrm>
    </dsp:sp>
    <dsp:sp modelId="{04BCBAE8-47E6-F047-9EED-20E4CA368AC9}">
      <dsp:nvSpPr>
        <dsp:cNvPr id="0" name=""/>
        <dsp:cNvSpPr/>
      </dsp:nvSpPr>
      <dsp:spPr>
        <a:xfrm>
          <a:off x="2402915" y="1867737"/>
          <a:ext cx="2077646" cy="54964"/>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EA38A44-D244-A344-B68C-1F167AF8D334}">
      <dsp:nvSpPr>
        <dsp:cNvPr id="0" name=""/>
        <dsp:cNvSpPr/>
      </dsp:nvSpPr>
      <dsp:spPr>
        <a:xfrm rot="876493">
          <a:off x="3255160" y="770104"/>
          <a:ext cx="2597475" cy="2648411"/>
        </a:xfrm>
        <a:prstGeom prst="circularArrow">
          <a:avLst>
            <a:gd name="adj1" fmla="val 1687"/>
            <a:gd name="adj2" fmla="val 200728"/>
            <a:gd name="adj3" fmla="val 18952921"/>
            <a:gd name="adj4" fmla="val 11904670"/>
            <a:gd name="adj5" fmla="val 1969"/>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5536C06-CAD5-F74E-9C34-7026444F387F}">
      <dsp:nvSpPr>
        <dsp:cNvPr id="0" name=""/>
        <dsp:cNvSpPr/>
      </dsp:nvSpPr>
      <dsp:spPr>
        <a:xfrm>
          <a:off x="2840924" y="1699121"/>
          <a:ext cx="1051528" cy="50213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GB" sz="1600" kern="1200"/>
            <a:t>Outputs</a:t>
          </a:r>
        </a:p>
      </dsp:txBody>
      <dsp:txXfrm>
        <a:off x="2855631" y="1713828"/>
        <a:ext cx="1022114" cy="472717"/>
      </dsp:txXfrm>
    </dsp:sp>
    <dsp:sp modelId="{63352B29-E92D-9F46-9593-DE4A7677CCC1}">
      <dsp:nvSpPr>
        <dsp:cNvPr id="0" name=""/>
        <dsp:cNvSpPr/>
      </dsp:nvSpPr>
      <dsp:spPr>
        <a:xfrm>
          <a:off x="4585244" y="1862230"/>
          <a:ext cx="2052404" cy="45719"/>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AD1EB50-30B2-4C46-9D43-69AAF6D9C532}">
      <dsp:nvSpPr>
        <dsp:cNvPr id="0" name=""/>
        <dsp:cNvSpPr/>
      </dsp:nvSpPr>
      <dsp:spPr>
        <a:xfrm rot="21289710">
          <a:off x="5450037" y="529517"/>
          <a:ext cx="2661013" cy="2661013"/>
        </a:xfrm>
        <a:prstGeom prst="leftCircularArrow">
          <a:avLst>
            <a:gd name="adj1" fmla="val 1647"/>
            <a:gd name="adj2" fmla="val 195756"/>
            <a:gd name="adj3" fmla="val 2307567"/>
            <a:gd name="adj4" fmla="val 9360790"/>
            <a:gd name="adj5" fmla="val 1922"/>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293A313-ADAE-6546-8C69-9346E0957330}">
      <dsp:nvSpPr>
        <dsp:cNvPr id="0" name=""/>
        <dsp:cNvSpPr/>
      </dsp:nvSpPr>
      <dsp:spPr>
        <a:xfrm>
          <a:off x="4900992" y="1691955"/>
          <a:ext cx="1414659" cy="579753"/>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GB" sz="1600" kern="1200"/>
            <a:t>Outcomes</a:t>
          </a:r>
        </a:p>
      </dsp:txBody>
      <dsp:txXfrm>
        <a:off x="4917972" y="1708935"/>
        <a:ext cx="1380699" cy="545793"/>
      </dsp:txXfrm>
    </dsp:sp>
    <dsp:sp modelId="{5D4ECFAA-394A-384E-9CBB-08D4A983CF34}">
      <dsp:nvSpPr>
        <dsp:cNvPr id="0" name=""/>
        <dsp:cNvSpPr/>
      </dsp:nvSpPr>
      <dsp:spPr>
        <a:xfrm>
          <a:off x="6702590" y="1858862"/>
          <a:ext cx="2704248" cy="4571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800100">
            <a:lnSpc>
              <a:spcPct val="90000"/>
            </a:lnSpc>
            <a:spcBef>
              <a:spcPct val="0"/>
            </a:spcBef>
            <a:spcAft>
              <a:spcPct val="15000"/>
            </a:spcAft>
            <a:buChar char="•"/>
          </a:pPr>
          <a:endParaRPr lang="en-GB" sz="1800" kern="1200" dirty="0"/>
        </a:p>
      </dsp:txBody>
      <dsp:txXfrm>
        <a:off x="6703642" y="1869711"/>
        <a:ext cx="2702144" cy="33818"/>
      </dsp:txXfrm>
    </dsp:sp>
    <dsp:sp modelId="{AC0B0CD6-E14E-E246-B229-4634F7E1836D}">
      <dsp:nvSpPr>
        <dsp:cNvPr id="0" name=""/>
        <dsp:cNvSpPr/>
      </dsp:nvSpPr>
      <dsp:spPr>
        <a:xfrm>
          <a:off x="7389292" y="1642383"/>
          <a:ext cx="1330838" cy="512409"/>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GB" sz="1600" kern="1200"/>
            <a:t>Impact</a:t>
          </a:r>
        </a:p>
      </dsp:txBody>
      <dsp:txXfrm>
        <a:off x="7404300" y="1657391"/>
        <a:ext cx="1300822" cy="48239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7B0229-6748-0C44-8FB0-EF4D94F07A87}">
      <dsp:nvSpPr>
        <dsp:cNvPr id="0" name=""/>
        <dsp:cNvSpPr/>
      </dsp:nvSpPr>
      <dsp:spPr>
        <a:xfrm>
          <a:off x="1686658" y="0"/>
          <a:ext cx="1124439" cy="1087674"/>
        </a:xfrm>
        <a:prstGeom prst="trapezoid">
          <a:avLst>
            <a:gd name="adj" fmla="val 51690"/>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b="0" kern="1200" cap="none" spc="0">
              <a:ln w="0">
                <a:noFill/>
              </a:ln>
              <a:noFill/>
              <a:effectLst>
                <a:outerShdw blurRad="38100" dist="19050" dir="2700000" algn="tl" rotWithShape="0">
                  <a:schemeClr val="dk1">
                    <a:alpha val="40000"/>
                  </a:schemeClr>
                </a:outerShdw>
              </a:effectLst>
            </a:rPr>
            <a:t>Impact</a:t>
          </a:r>
          <a:endParaRPr lang="en-GB" sz="1600" kern="1200">
            <a:ln w="0">
              <a:noFill/>
            </a:ln>
            <a:noFill/>
          </a:endParaRPr>
        </a:p>
      </dsp:txBody>
      <dsp:txXfrm>
        <a:off x="1686658" y="0"/>
        <a:ext cx="1124439" cy="1087674"/>
      </dsp:txXfrm>
    </dsp:sp>
    <dsp:sp modelId="{2B0ACFF8-2212-CC43-849F-C2D5D8506E64}">
      <dsp:nvSpPr>
        <dsp:cNvPr id="0" name=""/>
        <dsp:cNvSpPr/>
      </dsp:nvSpPr>
      <dsp:spPr>
        <a:xfrm>
          <a:off x="1124439" y="1087674"/>
          <a:ext cx="2248878" cy="1087674"/>
        </a:xfrm>
        <a:prstGeom prst="trapezoid">
          <a:avLst>
            <a:gd name="adj" fmla="val 51690"/>
          </a:avLst>
        </a:prstGeom>
        <a:solidFill>
          <a:schemeClr val="accent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a:solidFill>
                <a:schemeClr val="bg1"/>
              </a:solidFill>
            </a:rPr>
            <a:t>Outcomes</a:t>
          </a:r>
        </a:p>
      </dsp:txBody>
      <dsp:txXfrm>
        <a:off x="1517992" y="1087674"/>
        <a:ext cx="1461771" cy="1087674"/>
      </dsp:txXfrm>
    </dsp:sp>
    <dsp:sp modelId="{44D9D75D-5E17-8D4B-B225-D0BC1241CFA0}">
      <dsp:nvSpPr>
        <dsp:cNvPr id="0" name=""/>
        <dsp:cNvSpPr/>
      </dsp:nvSpPr>
      <dsp:spPr>
        <a:xfrm>
          <a:off x="562219" y="2175348"/>
          <a:ext cx="3373317" cy="1087674"/>
        </a:xfrm>
        <a:prstGeom prst="trapezoid">
          <a:avLst>
            <a:gd name="adj" fmla="val 51690"/>
          </a:avLst>
        </a:prstGeom>
        <a:solidFill>
          <a:schemeClr val="accent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dirty="0">
              <a:solidFill>
                <a:schemeClr val="bg1"/>
              </a:solidFill>
            </a:rPr>
            <a:t>Outputs</a:t>
          </a:r>
        </a:p>
      </dsp:txBody>
      <dsp:txXfrm>
        <a:off x="1152550" y="2175348"/>
        <a:ext cx="2192656" cy="1087674"/>
      </dsp:txXfrm>
    </dsp:sp>
    <dsp:sp modelId="{67E47666-689F-234B-8092-76709B211863}">
      <dsp:nvSpPr>
        <dsp:cNvPr id="0" name=""/>
        <dsp:cNvSpPr/>
      </dsp:nvSpPr>
      <dsp:spPr>
        <a:xfrm>
          <a:off x="0" y="3263022"/>
          <a:ext cx="4497757" cy="1087674"/>
        </a:xfrm>
        <a:prstGeom prst="trapezoid">
          <a:avLst>
            <a:gd name="adj" fmla="val 51690"/>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dirty="0">
              <a:solidFill>
                <a:schemeClr val="bg1"/>
              </a:solidFill>
            </a:rPr>
            <a:t>Activities/Resources</a:t>
          </a:r>
        </a:p>
      </dsp:txBody>
      <dsp:txXfrm>
        <a:off x="787107" y="3263022"/>
        <a:ext cx="2923542" cy="1087674"/>
      </dsp:txXfrm>
    </dsp:sp>
  </dsp:spTree>
</dsp:drawing>
</file>

<file path=ppt/diagrams/layout1.xml><?xml version="1.0" encoding="utf-8"?>
<dgm:layoutDef xmlns:dgm="http://schemas.openxmlformats.org/drawingml/2006/diagram" xmlns:a="http://schemas.openxmlformats.org/drawingml/2006/main" uniqueId="urn:microsoft.com/office/officeart/2005/8/layout/chart3#1">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ar" val="1"/>
      <dgm:param type="horzAlign" val="ctr"/>
      <dgm:param type="vertAlign" val="mid"/>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
          <dgm:constr type="t" for="ch" forName="wedge1Tx" refType="h" fact="0.2"/>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
          <dgm:constr type="w" for="ch" forName="wedge1Tx" refType="w" fact="0.3"/>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
          <dgm:constr type="w" for="ch" forName="wedge2Tx" refType="w" fact="0.3"/>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
              <dgm:constr type="t" for="ch" forName="wedge1" refType="w" fact="0.06"/>
              <dgm:constr type="w" for="ch" forName="wedge1" refType="w" fact="0.84"/>
              <dgm:constr type="h" for="ch" forName="wedge1" refType="h" fact="0.84"/>
              <dgm:constr type="l" for="ch" forName="wedge1Tx" refType="w" fact="0.58"/>
              <dgm:constr type="t" for="ch" forName="wedge1Tx" refType="h" fact="0.21"/>
              <dgm:constr type="w" for="ch" forName="wedge1Tx" refType="w" fact="0.28"/>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
              <dgm:constr type="w" for="ch" forName="wedge3Tx" refType="w" fact="0.28"/>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5"/>
              <dgm:constr type="t" for="ch" forName="wedge1Tx" refType="h" fact="0.24"/>
              <dgm:constr type="w" for="ch" forName="wedge1Tx" refType="w" fact="0.28"/>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4"/>
              <dgm:constr type="t" for="ch" forName="wedge3" refType="w" fact="0.06"/>
              <dgm:constr type="w" for="ch" forName="wedge3" refType="w" fact="0.84"/>
              <dgm:constr type="h" for="ch" forName="wedge3" refType="h" fact="0.84"/>
              <dgm:constr type="l" for="ch" forName="wedge3Tx" refType="w" fact="0.14"/>
              <dgm:constr type="t" for="ch" forName="wedge3Tx" refType="h" fact="0.21"/>
              <dgm:constr type="w" for="ch" forName="wedge3Tx" refType="w" fact="0.28"/>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2"/>
              <dgm:constr type="t" for="ch" forName="wedge1" refType="w" fact="0.04"/>
              <dgm:constr type="w" for="ch" forName="wedge1" refType="w" fact="0.84"/>
              <dgm:constr type="h" for="ch" forName="wedge1" refType="h" fact="0.84"/>
              <dgm:constr type="l" for="ch" forName="wedge1Tx" refType="w" fact="0.5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2"/>
              <dgm:constr type="t" for="ch" forName="wedge2Tx" refType="h" fact="0.52"/>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8"/>
              <dgm:constr type="t" for="ch" forName="wedge3Tx" refType="h" fact="0.52"/>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8"/>
              <dgm:constr type="t" for="ch" forName="wedge4Tx" refType="h" fact="0.24"/>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2"/>
              <dgm:constr type="t" for="ch" forName="wedge1Tx" refType="h" fact="0.24"/>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2"/>
              <dgm:constr type="t" for="ch" forName="wedge2Tx" refType="h" fact="0.52"/>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8"/>
              <dgm:constr type="t" for="ch" forName="wedge3Tx" refType="h" fact="0.52"/>
              <dgm:constr type="w" for="ch" forName="wedge3Tx" refType="w" fact="0.31"/>
              <dgm:constr type="h" for="ch" forName="wedge3Tx" refType="h" fact="0.25"/>
              <dgm:constr type="l" for="ch" forName="wedge4" refType="w" fact="0.04"/>
              <dgm:constr type="t" for="ch" forName="wedge4" refType="h" fact="0.04"/>
              <dgm:constr type="w" for="ch" forName="wedge4" refType="w" fact="0.84"/>
              <dgm:constr type="h" for="ch" forName="wedge4" refType="h" fact="0.84"/>
              <dgm:constr type="l" for="ch" forName="wedge4Tx" refType="w" fact="0.14"/>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1"/>
              <dgm:constr type="t" for="ch" forName="wedge1" refType="w" fact="0.04"/>
              <dgm:constr type="w" for="ch" forName="wedge1" refType="w" fact="0.84"/>
              <dgm:constr type="h" for="ch" forName="wedge1" refType="h" fact="0.84"/>
              <dgm:constr type="l" for="ch" forName="wedge1Tx" refType="w" fact="0.54"/>
              <dgm:constr type="t" for="ch" forName="wedge1Tx" refType="h" fact="0.16"/>
              <dgm:constr type="w" for="ch" forName="wedge1Tx" refType="w" fact="0.28"/>
              <dgm:constr type="h" for="ch" forName="wedge1Tx" refType="h" fact="0.2"/>
              <dgm:constr type="l" for="ch" forName="wedge2" refType="w" fact="0.08"/>
              <dgm:constr type="t" for="ch" forName="wedge2" refType="w" fact="0.08"/>
              <dgm:constr type="w" for="ch" forName="wedge2" refType="w" fact="0.84"/>
              <dgm:constr type="h" for="ch" forName="wedge2" refType="h" fact="0.84"/>
              <dgm:constr type="l" for="ch" forName="wedge2Tx" refType="w" fact="0.63"/>
              <dgm:constr type="t" for="ch" forName="wedge2Tx" refType="h" fact="0.46"/>
              <dgm:constr type="w" for="ch" forName="wedge2Tx" refType="w" fact="0.25"/>
              <dgm:constr type="h" for="ch" forName="wedge2Tx" refType="h" fact="0.2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
              <dgm:constr type="l" for="ch" forName="wedge5" refType="w" fact="0.08"/>
              <dgm:constr type="t" for="ch" forName="wedge5" refType="h" fact="0.08"/>
              <dgm:constr type="w" for="ch" forName="wedge5" refType="w" fact="0.84"/>
              <dgm:constr type="h" for="ch" forName="wedge5" refType="h" fact="0.84"/>
              <dgm:constr type="l" for="ch" forName="wedge5Tx" refType="w" fact="0.2"/>
              <dgm:constr type="t" for="ch" forName="wedge5Tx" refType="h" fact="0.21"/>
              <dgm:constr type="w" for="ch" forName="wedge5Tx" refType="w" fact="0.28"/>
              <dgm:constr type="h" for="ch" forName="wedge5Tx" refType="h" fact="0.2"/>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1"/>
              <dgm:constr type="w" for="ch" forName="wedge1Tx" refType="w" fact="0.28"/>
              <dgm:constr type="h" for="ch" forName="wedge1Tx" refType="h" fact="0.2"/>
              <dgm:constr type="l" for="ch" forName="wedge2" refType="w" fact="0.08"/>
              <dgm:constr type="t" for="ch" forName="wedge2" refType="w" fact="0.08"/>
              <dgm:constr type="w" for="ch" forName="wedge2" refType="w" fact="0.84"/>
              <dgm:constr type="h" for="ch" forName="wedge2" refType="h" fact="0.84"/>
              <dgm:constr type="l" for="ch" forName="wedge2Tx" refType="w" fact="0.63"/>
              <dgm:constr type="t" for="ch" forName="wedge2Tx" refType="h" fact="0.46"/>
              <dgm:constr type="w" for="ch" forName="wedge2Tx" refType="w" fact="0.25"/>
              <dgm:constr type="h" for="ch" forName="wedge2Tx" refType="h" fact="0.2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
              <dgm:constr type="l" for="ch" forName="wedge5" refType="w" fact="0.05"/>
              <dgm:constr type="t" for="ch" forName="wedge5" refType="h" fact="0.04"/>
              <dgm:constr type="w" for="ch" forName="wedge5" refType="w" fact="0.84"/>
              <dgm:constr type="h" for="ch" forName="wedge5" refType="h" fact="0.84"/>
              <dgm:constr type="l" for="ch" forName="wedge5Tx" refType="w" fact="0.18"/>
              <dgm:constr type="t" for="ch" forName="wedge5Tx" refType="h" fact="0.16"/>
              <dgm:constr type="w" for="ch" forName="wedge5Tx" refType="w" fact="0.28"/>
              <dgm:constr type="h" for="ch" forName="wedge5Tx" refType="h" fact="0.2"/>
              <dgm:constr type="primFontSz" for="ch" ptType="node" op="equ"/>
            </dgm:constrLst>
          </dgm:else>
        </dgm:choose>
      </dgm:if>
      <dgm:if name="Name15" axis="ch" ptType="node" func="cnt" op="equ" val="6">
        <dgm:choose name="Name16">
          <dgm:if name="Name17" func="var" arg="dir" op="equ" val="norm">
            <dgm:constrLst>
              <dgm:constr type="l" for="ch" forName="wedge1" refType="w" fact="0.1"/>
              <dgm:constr type="t" for="ch" forName="wedge1" refType="w" fact="0.04"/>
              <dgm:constr type="w" for="ch" forName="wedge1" refType="w" fact="0.84"/>
              <dgm:constr type="h" for="ch" forName="wedge1" refType="h" fact="0.84"/>
              <dgm:constr type="l" for="ch" forName="wedge1Tx" refType="w" fact="0.53"/>
              <dgm:constr type="t" for="ch" forName="wedge1Tx" refType="h" fact="0.13"/>
              <dgm:constr type="w" for="ch" forName="wedge1Tx" refType="w" fact="0.24"/>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6"/>
              <dgm:constr type="t" for="ch" forName="wedge2Tx" refType="h" fact="0.42"/>
              <dgm:constr type="w" for="ch" forName="wedge2Tx" refType="w" fact="0.25"/>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1"/>
              <dgm:constr type="t" for="ch" forName="wedge3Tx" refType="h" fact="0.65"/>
              <dgm:constr type="w" for="ch" forName="wedge3Tx" refType="w" fact="0.24"/>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5"/>
              <dgm:constr type="t" for="ch" forName="wedge4Tx" refType="h" fact="0.65"/>
              <dgm:constr type="w" for="ch" forName="wedge4Tx" refType="w" fact="0.24"/>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
              <dgm:constr type="t" for="ch" forName="wedge5Tx" refType="h" fact="0.42"/>
              <dgm:constr type="w" for="ch" forName="wedge5Tx" refType="w" fact="0.25"/>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5"/>
              <dgm:constr type="t" for="ch" forName="wedge6Tx" refType="h" fact="0.17"/>
              <dgm:constr type="w" for="ch" forName="wedge6Tx" refType="w" fact="0.24"/>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17"/>
              <dgm:constr type="w" for="ch" forName="wedge1Tx" refType="w" fact="0.24"/>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6"/>
              <dgm:constr type="t" for="ch" forName="wedge2Tx" refType="h" fact="0.42"/>
              <dgm:constr type="w" for="ch" forName="wedge2Tx" refType="w" fact="0.25"/>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1"/>
              <dgm:constr type="t" for="ch" forName="wedge3Tx" refType="h" fact="0.65"/>
              <dgm:constr type="w" for="ch" forName="wedge3Tx" refType="w" fact="0.24"/>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5"/>
              <dgm:constr type="t" for="ch" forName="wedge4Tx" refType="h" fact="0.65"/>
              <dgm:constr type="w" for="ch" forName="wedge4Tx" refType="w" fact="0.24"/>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
              <dgm:constr type="t" for="ch" forName="wedge5Tx" refType="h" fact="0.42"/>
              <dgm:constr type="w" for="ch" forName="wedge5Tx" refType="w" fact="0.25"/>
              <dgm:constr type="h" for="ch" forName="wedge5Tx" refType="h" fact="0.17"/>
              <dgm:constr type="l" for="ch" forName="wedge6" refType="w" fact="0.06"/>
              <dgm:constr type="t" for="ch" forName="wedge6" refType="h" fact="0.04"/>
              <dgm:constr type="w" for="ch" forName="wedge6" refType="w" fact="0.84"/>
              <dgm:constr type="h" for="ch" forName="wedge6" refType="h" fact="0.84"/>
              <dgm:constr type="l" for="ch" forName="wedge6Tx" refType="w" fact="0.22"/>
              <dgm:constr type="t" for="ch" forName="wedge6Tx" refType="h" fact="0.13"/>
              <dgm:constr type="w" for="ch" forName="wedge6Tx" refType="w" fact="0.24"/>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
              <dgm:constr type="t" for="ch" forName="wedge1" refType="w" fact="0.04"/>
              <dgm:constr type="w" for="ch" forName="wedge1" refType="w" fact="0.84"/>
              <dgm:constr type="h" for="ch" forName="wedge1" refType="h" fact="0.84"/>
              <dgm:constr type="l" for="ch" forName="wedge1Tx" refType="w" fact="0.53"/>
              <dgm:constr type="t" for="ch" forName="wedge1Tx" refType="h" fact="0.12"/>
              <dgm:constr type="w" for="ch" forName="wedge1Tx" refType="w" fact="0.23"/>
              <dgm:constr type="h" for="ch" forName="wedge1Tx" refType="h" fact="0.14"/>
              <dgm:constr type="l" for="ch" forName="wedge2" refType="w" fact="0.08"/>
              <dgm:constr type="t" for="ch" forName="wedge2" refType="w" fact="0.08"/>
              <dgm:constr type="w" for="ch" forName="wedge2" refType="w" fact="0.84"/>
              <dgm:constr type="h" for="ch" forName="wedge2" refType="h" fact="0.84"/>
              <dgm:constr type="l" for="ch" forName="wedge2Tx" refType="w" fact="0.66"/>
              <dgm:constr type="t" for="ch" forName="wedge2Tx" refType="h" fact="0.38"/>
              <dgm:constr type="w" for="ch" forName="wedge2Tx" refType="w" fact="0.24"/>
              <dgm:constr type="h" for="ch" forName="wedge2Tx" refType="h" fact="0.16"/>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9"/>
              <dgm:constr type="t" for="ch" forName="wedge4Tx" refType="h" fact="0.74"/>
              <dgm:constr type="w" for="ch" forName="wedge4Tx" refType="w" fact="0.22"/>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
              <dgm:constr type="t" for="ch" forName="wedge6Tx" refType="h" fact="0.38"/>
              <dgm:constr type="w" for="ch" forName="wedge6Tx" refType="w" fact="0.24"/>
              <dgm:constr type="h" for="ch" forName="wedge6Tx" refType="h" fact="0.16"/>
              <dgm:constr type="l" for="ch" forName="wedge7" refType="w" fact="0.08"/>
              <dgm:constr type="t" for="ch" forName="wedge7" refType="h" fact="0.08"/>
              <dgm:constr type="w" for="ch" forName="wedge7" refType="w" fact="0.84"/>
              <dgm:constr type="h" for="ch" forName="wedge7" refType="h" fact="0.84"/>
              <dgm:constr type="l" for="ch" forName="wedge7Tx" refType="w" fact="0.26"/>
              <dgm:constr type="t" for="ch" forName="wedge7Tx" refType="h" fact="0.16"/>
              <dgm:constr type="w" for="ch" forName="wedge7Tx" refType="w" fact="0.23"/>
              <dgm:constr type="h" for="ch" forName="wedge7Tx" refType="h" fact="0.14"/>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16"/>
              <dgm:constr type="w" for="ch" forName="wedge1Tx" refType="w" fact="0.23"/>
              <dgm:constr type="h" for="ch" forName="wedge1Tx" refType="h" fact="0.14"/>
              <dgm:constr type="l" for="ch" forName="wedge2" refType="w" fact="0.08"/>
              <dgm:constr type="t" for="ch" forName="wedge2" refType="w" fact="0.08"/>
              <dgm:constr type="w" for="ch" forName="wedge2" refType="w" fact="0.84"/>
              <dgm:constr type="h" for="ch" forName="wedge2" refType="h" fact="0.84"/>
              <dgm:constr type="l" for="ch" forName="wedge2Tx" refType="w" fact="0.66"/>
              <dgm:constr type="t" for="ch" forName="wedge2Tx" refType="h" fact="0.38"/>
              <dgm:constr type="w" for="ch" forName="wedge2Tx" refType="w" fact="0.24"/>
              <dgm:constr type="h" for="ch" forName="wedge2Tx" refType="h" fact="0.16"/>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9"/>
              <dgm:constr type="t" for="ch" forName="wedge4Tx" refType="h" fact="0.74"/>
              <dgm:constr type="w" for="ch" forName="wedge4Tx" refType="w" fact="0.22"/>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
              <dgm:constr type="t" for="ch" forName="wedge6Tx" refType="h" fact="0.38"/>
              <dgm:constr type="w" for="ch" forName="wedge6Tx" refType="w" fact="0.24"/>
              <dgm:constr type="h" for="ch" forName="wedge6Tx" refType="h" fact="0.16"/>
              <dgm:constr type="l" for="ch" forName="wedge7" refType="w" fact="0.06"/>
              <dgm:constr type="t" for="ch" forName="wedge7" refType="h" fact="0.04"/>
              <dgm:constr type="w" for="ch" forName="wedge7" refType="w" fact="0.84"/>
              <dgm:constr type="h" for="ch" forName="wedge7" refType="h" fact="0.84"/>
              <dgm:constr type="l" for="ch" forName="wedge7Tx" refType="w" fact="0.24"/>
              <dgm:constr type="t" for="ch" forName="wedge7Tx" refType="h" fact="0.12"/>
              <dgm:constr type="w" for="ch" forName="wedge7Tx" refType="w" fact="0.23"/>
              <dgm:constr type="h" for="ch" forName="wedge7Tx" refType="h" fact="0.14"/>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3"/>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3"/>
                  <dgm:adj idx="2" val="12.86"/>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6"/>
                  <dgm:adj idx="2" val="64.29"/>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9"/>
                  <dgm:adj idx="2" val="115.71"/>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
                  <dgm:adj idx="2" val="167.14"/>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
                  <dgm:adj idx="2" val="218.57"/>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hProcess4#1">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begPts" val="bCtr"/>
              <dgm:param type="connRout" val="curve"/>
              <dgm:param type="dstNode" val="connSite2"/>
              <dgm:param type="endPts" val="bCtr"/>
              <dgm:param type="srcNode" val="parentNode1"/>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begPts" val="tCtr"/>
                <dgm:param type="connRout" val="curve"/>
                <dgm:param type="dstNode" val="connSite1"/>
                <dgm:param type="endPts" val="tCtr"/>
                <dgm:param type="srcNode" val="parentNode2"/>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74F0777-E9D5-44EE-87B8-929B5F25714B}"/>
              </a:ext>
            </a:extLst>
          </p:cNvPr>
          <p:cNvSpPr>
            <a:spLocks noGrp="1"/>
          </p:cNvSpPr>
          <p:nvPr>
            <p:ph type="hdr" sz="quarter"/>
          </p:nvPr>
        </p:nvSpPr>
        <p:spPr>
          <a:xfrm>
            <a:off x="0" y="0"/>
            <a:ext cx="2946347" cy="495507"/>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39D3F718-09DA-407F-A69F-73CFB4252883}"/>
              </a:ext>
            </a:extLst>
          </p:cNvPr>
          <p:cNvSpPr>
            <a:spLocks noGrp="1"/>
          </p:cNvSpPr>
          <p:nvPr>
            <p:ph type="dt" sz="quarter" idx="1"/>
          </p:nvPr>
        </p:nvSpPr>
        <p:spPr>
          <a:xfrm>
            <a:off x="3851343" y="0"/>
            <a:ext cx="2946347" cy="495507"/>
          </a:xfrm>
          <a:prstGeom prst="rect">
            <a:avLst/>
          </a:prstGeom>
        </p:spPr>
        <p:txBody>
          <a:bodyPr vert="horz" lIns="91440" tIns="45720" rIns="91440" bIns="45720" rtlCol="0"/>
          <a:lstStyle>
            <a:lvl1pPr algn="r">
              <a:defRPr sz="1200"/>
            </a:lvl1pPr>
          </a:lstStyle>
          <a:p>
            <a:fld id="{9826161A-5954-455B-8CA2-ABDFA4CF1D96}" type="datetimeFigureOut">
              <a:rPr lang="en-GB" smtClean="0"/>
              <a:t>17/07/2020</a:t>
            </a:fld>
            <a:endParaRPr lang="en-GB"/>
          </a:p>
        </p:txBody>
      </p:sp>
      <p:sp>
        <p:nvSpPr>
          <p:cNvPr id="4" name="Footer Placeholder 3">
            <a:extLst>
              <a:ext uri="{FF2B5EF4-FFF2-40B4-BE49-F238E27FC236}">
                <a16:creationId xmlns:a16="http://schemas.microsoft.com/office/drawing/2014/main" id="{2A5EBED4-43C0-491D-BB8D-00EA61982A9C}"/>
              </a:ext>
            </a:extLst>
          </p:cNvPr>
          <p:cNvSpPr>
            <a:spLocks noGrp="1"/>
          </p:cNvSpPr>
          <p:nvPr>
            <p:ph type="ftr" sz="quarter" idx="2"/>
          </p:nvPr>
        </p:nvSpPr>
        <p:spPr>
          <a:xfrm>
            <a:off x="0" y="9380332"/>
            <a:ext cx="2946347" cy="49550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9D604783-7143-4C7C-945B-9F7D8B5A536E}"/>
              </a:ext>
            </a:extLst>
          </p:cNvPr>
          <p:cNvSpPr>
            <a:spLocks noGrp="1"/>
          </p:cNvSpPr>
          <p:nvPr>
            <p:ph type="sldNum" sz="quarter" idx="3"/>
          </p:nvPr>
        </p:nvSpPr>
        <p:spPr>
          <a:xfrm>
            <a:off x="3851343" y="9380332"/>
            <a:ext cx="2946347" cy="495506"/>
          </a:xfrm>
          <a:prstGeom prst="rect">
            <a:avLst/>
          </a:prstGeom>
        </p:spPr>
        <p:txBody>
          <a:bodyPr vert="horz" lIns="91440" tIns="45720" rIns="91440" bIns="45720" rtlCol="0" anchor="b"/>
          <a:lstStyle>
            <a:lvl1pPr algn="r">
              <a:defRPr sz="1200"/>
            </a:lvl1pPr>
          </a:lstStyle>
          <a:p>
            <a:fld id="{CE5EA01D-0DAD-4591-8474-22CCBD0FDF4F}" type="slidenum">
              <a:rPr lang="en-GB" smtClean="0"/>
              <a:t>‹#›</a:t>
            </a:fld>
            <a:endParaRPr lang="en-GB"/>
          </a:p>
        </p:txBody>
      </p:sp>
    </p:spTree>
    <p:extLst>
      <p:ext uri="{BB962C8B-B14F-4D97-AF65-F5344CB8AC3E}">
        <p14:creationId xmlns:p14="http://schemas.microsoft.com/office/powerpoint/2010/main" val="146928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347" cy="495507"/>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1343" y="0"/>
            <a:ext cx="2946347" cy="495507"/>
          </a:xfrm>
          <a:prstGeom prst="rect">
            <a:avLst/>
          </a:prstGeom>
        </p:spPr>
        <p:txBody>
          <a:bodyPr vert="horz" lIns="91440" tIns="45720" rIns="91440" bIns="45720" rtlCol="0"/>
          <a:lstStyle>
            <a:lvl1pPr algn="r">
              <a:defRPr sz="1200"/>
            </a:lvl1pPr>
          </a:lstStyle>
          <a:p>
            <a:fld id="{9103C47D-AC40-4C57-B801-0B1A733141B1}" type="datetimeFigureOut">
              <a:rPr lang="en-GB" smtClean="0"/>
              <a:t>16/07/2020</a:t>
            </a:fld>
            <a:endParaRPr lang="en-GB"/>
          </a:p>
        </p:txBody>
      </p:sp>
      <p:sp>
        <p:nvSpPr>
          <p:cNvPr id="4" name="Slide Image Placeholder 3"/>
          <p:cNvSpPr>
            <a:spLocks noGrp="1" noRot="1" noChangeAspect="1"/>
          </p:cNvSpPr>
          <p:nvPr>
            <p:ph type="sldImg" idx="2"/>
          </p:nvPr>
        </p:nvSpPr>
        <p:spPr>
          <a:xfrm>
            <a:off x="439738" y="1235075"/>
            <a:ext cx="5919787" cy="3330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927" y="4752748"/>
            <a:ext cx="5439410" cy="3888611"/>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380332"/>
            <a:ext cx="2946347" cy="495506"/>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1343" y="9380332"/>
            <a:ext cx="2946347" cy="495506"/>
          </a:xfrm>
          <a:prstGeom prst="rect">
            <a:avLst/>
          </a:prstGeom>
        </p:spPr>
        <p:txBody>
          <a:bodyPr vert="horz" lIns="91440" tIns="45720" rIns="91440" bIns="45720" rtlCol="0" anchor="b"/>
          <a:lstStyle>
            <a:lvl1pPr algn="r">
              <a:defRPr sz="1200"/>
            </a:lvl1pPr>
          </a:lstStyle>
          <a:p>
            <a:fld id="{40474DD8-23EF-45F8-B399-8BBD2E29D92B}" type="slidenum">
              <a:rPr lang="en-GB" smtClean="0"/>
              <a:t>‹#›</a:t>
            </a:fld>
            <a:endParaRPr lang="en-GB"/>
          </a:p>
        </p:txBody>
      </p:sp>
    </p:spTree>
    <p:extLst>
      <p:ext uri="{BB962C8B-B14F-4D97-AF65-F5344CB8AC3E}">
        <p14:creationId xmlns:p14="http://schemas.microsoft.com/office/powerpoint/2010/main" val="3229767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endParaRPr lang="en-GB" dirty="0"/>
          </a:p>
          <a:p>
            <a:endParaRPr lang="en-GB" dirty="0"/>
          </a:p>
          <a:p>
            <a:endParaRPr lang="en-GB" dirty="0"/>
          </a:p>
        </p:txBody>
      </p:sp>
      <p:sp>
        <p:nvSpPr>
          <p:cNvPr id="4" name="Slide Number Placeholder 3"/>
          <p:cNvSpPr>
            <a:spLocks noGrp="1"/>
          </p:cNvSpPr>
          <p:nvPr>
            <p:ph type="sldNum" sz="quarter" idx="10"/>
          </p:nvPr>
        </p:nvSpPr>
        <p:spPr/>
        <p:txBody>
          <a:bodyPr/>
          <a:lstStyle/>
          <a:p>
            <a:fld id="{40474DD8-23EF-45F8-B399-8BBD2E29D92B}" type="slidenum">
              <a:rPr lang="en-GB" smtClean="0"/>
              <a:t>1</a:t>
            </a:fld>
            <a:endParaRPr lang="en-GB"/>
          </a:p>
        </p:txBody>
      </p:sp>
    </p:spTree>
    <p:extLst>
      <p:ext uri="{BB962C8B-B14F-4D97-AF65-F5344CB8AC3E}">
        <p14:creationId xmlns:p14="http://schemas.microsoft.com/office/powerpoint/2010/main" val="951558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idea is that by the end of this session we want you to be able to put together your own impact framework – or theory of change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We can then help in separate one-to-one sessions to take this further and implement impact measurement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We can look through these key topics and as we go along we will have a couple of tools to use so we can break away for a bit of time and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12.30 What is social impact, why measure it</a:t>
            </a:r>
            <a:br>
              <a:rPr lang="en-GB" dirty="0"/>
            </a:br>
            <a:r>
              <a:rPr lang="en-GB" dirty="0"/>
              <a:t>12.45 Identifying the problem - </a:t>
            </a:r>
            <a:r>
              <a:rPr lang="en-GB" i="1" dirty="0"/>
              <a:t>EXERCISE</a:t>
            </a:r>
            <a:br>
              <a:rPr lang="en-GB" dirty="0"/>
            </a:br>
            <a:r>
              <a:rPr lang="en-GB" dirty="0"/>
              <a:t>13.30 Mapping key stakeholders - </a:t>
            </a:r>
            <a:r>
              <a:rPr lang="en-GB" i="1" dirty="0"/>
              <a:t>EXERCISE</a:t>
            </a:r>
            <a:br>
              <a:rPr lang="en-GB" dirty="0"/>
            </a:br>
            <a:r>
              <a:rPr lang="en-GB" dirty="0"/>
              <a:t>13.45 15min break</a:t>
            </a:r>
            <a:br>
              <a:rPr lang="en-GB" dirty="0"/>
            </a:br>
            <a:r>
              <a:rPr lang="en-GB" dirty="0"/>
              <a:t>14.00 Impact Framework</a:t>
            </a:r>
            <a:br>
              <a:rPr lang="en-GB" dirty="0"/>
            </a:br>
            <a:r>
              <a:rPr lang="en-GB" dirty="0"/>
              <a:t>14:30 Impact Framework - </a:t>
            </a:r>
            <a:r>
              <a:rPr lang="en-GB" i="1" dirty="0"/>
              <a:t>EXERCISE</a:t>
            </a:r>
            <a:br>
              <a:rPr lang="en-GB" dirty="0"/>
            </a:br>
            <a:r>
              <a:rPr lang="en-GB" dirty="0"/>
              <a:t>15:00 15min break</a:t>
            </a:r>
            <a:br>
              <a:rPr lang="en-GB" dirty="0"/>
            </a:br>
            <a:r>
              <a:rPr lang="en-GB" dirty="0"/>
              <a:t>15:15 How to use </a:t>
            </a:r>
            <a:r>
              <a:rPr lang="en-GB" dirty="0" err="1"/>
              <a:t>ToC</a:t>
            </a:r>
            <a:r>
              <a:rPr lang="en-GB" dirty="0"/>
              <a:t> to measure impact</a:t>
            </a:r>
            <a:br>
              <a:rPr lang="en-GB" dirty="0"/>
            </a:br>
            <a:r>
              <a:rPr lang="en-GB" dirty="0"/>
              <a:t>15:45 Wrap up</a:t>
            </a:r>
            <a:br>
              <a:rPr lang="en-GB" dirty="0"/>
            </a:br>
            <a:endParaRPr lang="en-GB" dirty="0"/>
          </a:p>
        </p:txBody>
      </p:sp>
      <p:sp>
        <p:nvSpPr>
          <p:cNvPr id="4" name="Slide Number Placeholder 3"/>
          <p:cNvSpPr>
            <a:spLocks noGrp="1"/>
          </p:cNvSpPr>
          <p:nvPr>
            <p:ph type="sldNum" sz="quarter" idx="10"/>
          </p:nvPr>
        </p:nvSpPr>
        <p:spPr/>
        <p:txBody>
          <a:bodyPr/>
          <a:lstStyle/>
          <a:p>
            <a:fld id="{40474DD8-23EF-45F8-B399-8BBD2E29D92B}" type="slidenum">
              <a:rPr lang="en-GB" smtClean="0"/>
              <a:t>2</a:t>
            </a:fld>
            <a:endParaRPr lang="en-GB"/>
          </a:p>
        </p:txBody>
      </p:sp>
    </p:spTree>
    <p:extLst>
      <p:ext uri="{BB962C8B-B14F-4D97-AF65-F5344CB8AC3E}">
        <p14:creationId xmlns:p14="http://schemas.microsoft.com/office/powerpoint/2010/main" val="5957175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474DD8-23EF-45F8-B399-8BBD2E29D92B}" type="slidenum">
              <a:rPr lang="en-GB" smtClean="0"/>
              <a:t>3</a:t>
            </a:fld>
            <a:endParaRPr lang="en-GB"/>
          </a:p>
        </p:txBody>
      </p:sp>
    </p:spTree>
    <p:extLst>
      <p:ext uri="{BB962C8B-B14F-4D97-AF65-F5344CB8AC3E}">
        <p14:creationId xmlns:p14="http://schemas.microsoft.com/office/powerpoint/2010/main" val="871211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Your main goal is to create positive change – then it’s important to understand how you are doing it</a:t>
            </a:r>
          </a:p>
          <a:p>
            <a:r>
              <a:rPr lang="en-GB" dirty="0"/>
              <a:t>Whether you are doing it well</a:t>
            </a:r>
          </a:p>
          <a:p>
            <a:r>
              <a:rPr lang="en-GB" dirty="0"/>
              <a:t>Where you can improve</a:t>
            </a:r>
          </a:p>
          <a:p>
            <a:endParaRPr lang="en-GB" dirty="0"/>
          </a:p>
          <a:p>
            <a:r>
              <a:rPr lang="en-GB" dirty="0"/>
              <a:t>Which ones are key to you?</a:t>
            </a:r>
          </a:p>
        </p:txBody>
      </p:sp>
      <p:sp>
        <p:nvSpPr>
          <p:cNvPr id="4" name="Slide Number Placeholder 3"/>
          <p:cNvSpPr>
            <a:spLocks noGrp="1"/>
          </p:cNvSpPr>
          <p:nvPr>
            <p:ph type="sldNum" sz="quarter" idx="5"/>
          </p:nvPr>
        </p:nvSpPr>
        <p:spPr/>
        <p:txBody>
          <a:bodyPr/>
          <a:lstStyle/>
          <a:p>
            <a:fld id="{40474DD8-23EF-45F8-B399-8BBD2E29D92B}" type="slidenum">
              <a:rPr lang="en-GB" smtClean="0"/>
              <a:t>4</a:t>
            </a:fld>
            <a:endParaRPr lang="en-GB"/>
          </a:p>
        </p:txBody>
      </p:sp>
    </p:spTree>
    <p:extLst>
      <p:ext uri="{BB962C8B-B14F-4D97-AF65-F5344CB8AC3E}">
        <p14:creationId xmlns:p14="http://schemas.microsoft.com/office/powerpoint/2010/main" val="3774587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Different ways of approaching it / defining it:</a:t>
            </a:r>
          </a:p>
          <a:p>
            <a:pPr marL="171450" indent="-171450">
              <a:buFontTx/>
              <a:buChar char="-"/>
            </a:pPr>
            <a:r>
              <a:rPr lang="en-GB" b="0" dirty="0"/>
              <a:t>What happens to the community, wellbeing of individuals and families</a:t>
            </a:r>
          </a:p>
          <a:p>
            <a:pPr marL="171450" indent="-171450">
              <a:buFontTx/>
              <a:buChar char="-"/>
            </a:pPr>
            <a:r>
              <a:rPr lang="en-GB" b="0" dirty="0"/>
              <a:t>What is the big challenge</a:t>
            </a:r>
          </a:p>
          <a:p>
            <a:pPr marL="171450" indent="-171450">
              <a:buFontTx/>
              <a:buChar char="-"/>
            </a:pPr>
            <a:r>
              <a:rPr lang="en-GB" b="0" dirty="0"/>
              <a:t>What is the social change</a:t>
            </a:r>
          </a:p>
          <a:p>
            <a:pPr marL="171450" indent="-171450">
              <a:buFontTx/>
              <a:buChar char="-"/>
            </a:pPr>
            <a:endParaRPr lang="en-GB" b="0" dirty="0"/>
          </a:p>
          <a:p>
            <a:pPr marL="171450" indent="-171450">
              <a:buFontTx/>
              <a:buChar char="-"/>
            </a:pPr>
            <a:r>
              <a:rPr lang="en-GB" b="0" dirty="0"/>
              <a:t>Social impact is not private benefit - it is therefore often left out by the private market transactions</a:t>
            </a:r>
          </a:p>
          <a:p>
            <a:pPr marL="171450" indent="-171450">
              <a:buFontTx/>
              <a:buChar char="-"/>
            </a:pPr>
            <a:endParaRPr lang="en-GB" b="0" dirty="0"/>
          </a:p>
          <a:p>
            <a:pPr marL="171450" indent="-171450">
              <a:buFontTx/>
              <a:buChar char="-"/>
            </a:pPr>
            <a:endParaRPr lang="en-GB" b="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2068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There are different measurements to measure change within different areas like society, personal wellbeing, environment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With social value you are estimating the monetary value of this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helps to compare different interventions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82832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This is not about getting the correct answer, but about starting to design and test out your ideas and learn from them</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Once you have your data analysis, you may find that you need to change the indicators that you track, how you measure them or even the theory of change.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The important thing is to make it a collaborative process. There are way you can bring in multiple stakeholders to take part in the design part, for example doing employee surveys or focus groups, engaging your customers to understand how they view your impact.</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6414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One of the first steps to really understanding your social impact is understanding the problem you are solving…</a:t>
            </a:r>
          </a:p>
          <a:p>
            <a:endParaRPr lang="en-GB" dirty="0"/>
          </a:p>
          <a:p>
            <a:r>
              <a:rPr lang="en-GB" dirty="0"/>
              <a:t>Setting the context</a:t>
            </a:r>
          </a:p>
          <a:p>
            <a:r>
              <a:rPr lang="en-GB" dirty="0"/>
              <a:t>Important to think about the overall goal for the organisation - how you solve it may be different depending on the project or team</a:t>
            </a:r>
          </a:p>
          <a:p>
            <a:endParaRPr lang="en-GB" dirty="0"/>
          </a:p>
          <a:p>
            <a:r>
              <a:rPr lang="en-GB" dirty="0"/>
              <a:t>This directly feeds into your </a:t>
            </a:r>
            <a:r>
              <a:rPr lang="en-GB" b="1" dirty="0"/>
              <a:t>problem statement </a:t>
            </a:r>
            <a:r>
              <a:rPr lang="en-GB" b="0" dirty="0"/>
              <a:t>that you will often see in a business plan or a pitch to investors. </a:t>
            </a:r>
          </a:p>
          <a:p>
            <a:endParaRPr lang="en-GB" b="0" dirty="0"/>
          </a:p>
          <a:p>
            <a:r>
              <a:rPr lang="en-GB" b="0" dirty="0"/>
              <a:t>The tool here shows the ways to break down a problem… it also comes with the recommended problem statement format. </a:t>
            </a:r>
          </a:p>
          <a:p>
            <a:endParaRPr lang="en-GB" b="0" dirty="0"/>
          </a:p>
          <a:p>
            <a:r>
              <a:rPr lang="en-GB" b="0" dirty="0"/>
              <a:t>The idea here is to set up the idea of </a:t>
            </a:r>
            <a:r>
              <a:rPr lang="en-GB" b="1" dirty="0"/>
              <a:t>what the real difference your solution will make… </a:t>
            </a:r>
            <a:endParaRPr lang="en-GB" b="0" dirty="0"/>
          </a:p>
          <a:p>
            <a:endParaRPr lang="en-GB" b="0" dirty="0"/>
          </a:p>
          <a:p>
            <a:r>
              <a:rPr lang="en-GB" b="0" dirty="0"/>
              <a:t>On the left you will see the information on the problem, the customer and how that affects the customer… on the right is what they currently do if they don’t use your services… </a:t>
            </a:r>
          </a:p>
          <a:p>
            <a:r>
              <a:rPr lang="en-GB" b="0" dirty="0"/>
              <a:t>Setting the PESTLE factors directly linked to your problem, helps you provide more of a context. They do not always have to be negative, some may be positive and an opportunity.</a:t>
            </a:r>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66874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15 minutes</a:t>
            </a:r>
          </a:p>
          <a:p>
            <a:endParaRPr lang="en-GB" dirty="0"/>
          </a:p>
          <a:p>
            <a:r>
              <a:rPr lang="en-GB" dirty="0"/>
              <a:t>Split into small groups - 2/3 people max</a:t>
            </a:r>
          </a:p>
          <a:p>
            <a:r>
              <a:rPr lang="en-GB" dirty="0"/>
              <a:t>Discuss what you see as the problem by filling out this template</a:t>
            </a:r>
          </a:p>
          <a:p>
            <a:endParaRPr lang="en-GB" dirty="0"/>
          </a:p>
          <a:p>
            <a:r>
              <a:rPr lang="en-GB" dirty="0"/>
              <a:t>Let’s compare notes</a:t>
            </a:r>
          </a:p>
          <a:p>
            <a:endParaRPr lang="en-GB" dirty="0"/>
          </a:p>
        </p:txBody>
      </p:sp>
      <p:sp>
        <p:nvSpPr>
          <p:cNvPr id="4" name="Slide Number Placeholder 3"/>
          <p:cNvSpPr>
            <a:spLocks noGrp="1"/>
          </p:cNvSpPr>
          <p:nvPr>
            <p:ph type="sldNum" sz="quarter" idx="5"/>
          </p:nvPr>
        </p:nvSpPr>
        <p:spPr/>
        <p:txBody>
          <a:bodyPr/>
          <a:lstStyle/>
          <a:p>
            <a:fld id="{40474DD8-23EF-45F8-B399-8BBD2E29D92B}" type="slidenum">
              <a:rPr lang="en-GB" smtClean="0"/>
              <a:t>9</a:t>
            </a:fld>
            <a:endParaRPr lang="en-GB"/>
          </a:p>
        </p:txBody>
      </p:sp>
    </p:spTree>
    <p:extLst>
      <p:ext uri="{BB962C8B-B14F-4D97-AF65-F5344CB8AC3E}">
        <p14:creationId xmlns:p14="http://schemas.microsoft.com/office/powerpoint/2010/main" val="15768319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useful to do because it helps you understand who you want to communicate your impact to and how you can do it. So that when you’re thinking about what data to collect, you’re only gathering what is relevant to the stakeholders.</a:t>
            </a:r>
          </a:p>
          <a:p>
            <a:endParaRPr lang="en-GB" dirty="0"/>
          </a:p>
          <a:p>
            <a:r>
              <a:rPr lang="en-GB" dirty="0"/>
              <a:t>Focus here is on external stakeholders – although we can also think about internal stakeholders</a:t>
            </a:r>
          </a:p>
          <a:p>
            <a:r>
              <a:rPr lang="en-GB" dirty="0"/>
              <a:t>Board of trustees</a:t>
            </a:r>
          </a:p>
          <a:p>
            <a:r>
              <a:rPr lang="en-GB" dirty="0"/>
              <a:t>Management</a:t>
            </a:r>
          </a:p>
          <a:p>
            <a:r>
              <a:rPr lang="en-GB" dirty="0"/>
              <a:t>Employees</a:t>
            </a:r>
          </a:p>
          <a:p>
            <a:r>
              <a:rPr lang="en-GB" dirty="0"/>
              <a:t>Volunteers</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12873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2000" dirty="0"/>
              <a:t>15 minutes</a:t>
            </a:r>
          </a:p>
          <a:p>
            <a:endParaRPr lang="en-GB" sz="2000" dirty="0"/>
          </a:p>
          <a:p>
            <a:r>
              <a:rPr lang="en-GB" sz="2000" dirty="0"/>
              <a:t>Again – in the same groups – let’s think about who are your key stakeholders</a:t>
            </a:r>
          </a:p>
          <a:p>
            <a:r>
              <a:rPr lang="en-GB" sz="2000" dirty="0"/>
              <a:t>Firstly – try to name as many as possible </a:t>
            </a:r>
          </a:p>
          <a:p>
            <a:r>
              <a:rPr lang="en-GB" sz="2000" dirty="0"/>
              <a:t>Then pick one – the most important one, and think about what do they want to know, and how will you share it with them</a:t>
            </a:r>
          </a:p>
          <a:p>
            <a:endParaRPr lang="en-GB" sz="2000" dirty="0"/>
          </a:p>
          <a:p>
            <a:endParaRPr lang="en-GB" sz="2000" dirty="0"/>
          </a:p>
          <a:p>
            <a:r>
              <a:rPr lang="en-GB" sz="2000" dirty="0"/>
              <a:t>TEA BREAK – 15 mins</a:t>
            </a:r>
          </a:p>
        </p:txBody>
      </p:sp>
      <p:sp>
        <p:nvSpPr>
          <p:cNvPr id="4" name="Slide Number Placeholder 3"/>
          <p:cNvSpPr>
            <a:spLocks noGrp="1"/>
          </p:cNvSpPr>
          <p:nvPr>
            <p:ph type="sldNum" sz="quarter" idx="5"/>
          </p:nvPr>
        </p:nvSpPr>
        <p:spPr/>
        <p:txBody>
          <a:bodyPr/>
          <a:lstStyle/>
          <a:p>
            <a:fld id="{40474DD8-23EF-45F8-B399-8BBD2E29D92B}" type="slidenum">
              <a:rPr lang="en-GB" smtClean="0"/>
              <a:t>11</a:t>
            </a:fld>
            <a:endParaRPr lang="en-GB"/>
          </a:p>
        </p:txBody>
      </p:sp>
    </p:spTree>
    <p:extLst>
      <p:ext uri="{BB962C8B-B14F-4D97-AF65-F5344CB8AC3E}">
        <p14:creationId xmlns:p14="http://schemas.microsoft.com/office/powerpoint/2010/main" val="24867036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474DD8-23EF-45F8-B399-8BBD2E29D92B}" type="slidenum">
              <a:rPr lang="en-GB" smtClean="0"/>
              <a:t>12</a:t>
            </a:fld>
            <a:endParaRPr lang="en-GB"/>
          </a:p>
        </p:txBody>
      </p:sp>
    </p:spTree>
    <p:extLst>
      <p:ext uri="{BB962C8B-B14F-4D97-AF65-F5344CB8AC3E}">
        <p14:creationId xmlns:p14="http://schemas.microsoft.com/office/powerpoint/2010/main" val="9767494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Starting from the top – here you go back to the original problem you defined earlier. This is the overall impact you want to make and why your organisation exists</a:t>
            </a:r>
          </a:p>
          <a:p>
            <a:r>
              <a:rPr lang="en-GB" dirty="0"/>
              <a:t>If you’re building this theory of change on an individual project basis, think about whether the overarching impact is the same across the organisation – so it becomes almost like a tree with the impact being at the core, and different projects coming out like branches.</a:t>
            </a:r>
          </a:p>
          <a:p>
            <a:endParaRPr lang="en-GB" dirty="0"/>
          </a:p>
        </p:txBody>
      </p:sp>
      <p:sp>
        <p:nvSpPr>
          <p:cNvPr id="4" name="Slide Number Placeholder 3"/>
          <p:cNvSpPr>
            <a:spLocks noGrp="1"/>
          </p:cNvSpPr>
          <p:nvPr>
            <p:ph type="sldNum" sz="quarter" idx="5"/>
          </p:nvPr>
        </p:nvSpPr>
        <p:spPr/>
        <p:txBody>
          <a:bodyPr/>
          <a:lstStyle/>
          <a:p>
            <a:fld id="{40474DD8-23EF-45F8-B399-8BBD2E29D92B}" type="slidenum">
              <a:rPr lang="en-GB" smtClean="0"/>
              <a:t>13</a:t>
            </a:fld>
            <a:endParaRPr lang="en-GB"/>
          </a:p>
        </p:txBody>
      </p:sp>
    </p:spTree>
    <p:extLst>
      <p:ext uri="{BB962C8B-B14F-4D97-AF65-F5344CB8AC3E}">
        <p14:creationId xmlns:p14="http://schemas.microsoft.com/office/powerpoint/2010/main" val="36918654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You’re putting together a logical chain that leads you from the raw materials to the overall change</a:t>
            </a:r>
          </a:p>
          <a:p>
            <a:r>
              <a:rPr lang="en-GB" dirty="0"/>
              <a:t>What are the assumptions you are making?</a:t>
            </a:r>
          </a:p>
          <a:p>
            <a:r>
              <a:rPr lang="en-GB" dirty="0"/>
              <a:t>It’s important to be specific in defining each parts of the framework, so even if you show it to someone who has never come across your work, it will still make sense to them.</a:t>
            </a:r>
          </a:p>
          <a:p>
            <a:r>
              <a:rPr lang="en-GB" dirty="0"/>
              <a:t>Also think about whether some parts feed back in the other direction, for example you may have some beneficiaries who have been trained as a result of your intervention and they come back and volunteer so become inputs for the whole chain.</a:t>
            </a:r>
          </a:p>
        </p:txBody>
      </p:sp>
      <p:sp>
        <p:nvSpPr>
          <p:cNvPr id="4" name="Slide Number Placeholder 3"/>
          <p:cNvSpPr>
            <a:spLocks noGrp="1"/>
          </p:cNvSpPr>
          <p:nvPr>
            <p:ph type="sldNum" sz="quarter" idx="5"/>
          </p:nvPr>
        </p:nvSpPr>
        <p:spPr/>
        <p:txBody>
          <a:bodyPr/>
          <a:lstStyle/>
          <a:p>
            <a:fld id="{40474DD8-23EF-45F8-B399-8BBD2E29D92B}" type="slidenum">
              <a:rPr lang="en-GB" smtClean="0"/>
              <a:t>14</a:t>
            </a:fld>
            <a:endParaRPr lang="en-GB"/>
          </a:p>
        </p:txBody>
      </p:sp>
    </p:spTree>
    <p:extLst>
      <p:ext uri="{BB962C8B-B14F-4D97-AF65-F5344CB8AC3E}">
        <p14:creationId xmlns:p14="http://schemas.microsoft.com/office/powerpoint/2010/main" val="31598268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0474DD8-23EF-45F8-B399-8BBD2E29D92B}" type="slidenum">
              <a:rPr lang="en-GB" smtClean="0"/>
              <a:t>15</a:t>
            </a:fld>
            <a:endParaRPr lang="en-GB"/>
          </a:p>
        </p:txBody>
      </p:sp>
    </p:spTree>
    <p:extLst>
      <p:ext uri="{BB962C8B-B14F-4D97-AF65-F5344CB8AC3E}">
        <p14:creationId xmlns:p14="http://schemas.microsoft.com/office/powerpoint/2010/main" val="34486852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They can be beautiful</a:t>
            </a:r>
          </a:p>
        </p:txBody>
      </p:sp>
      <p:sp>
        <p:nvSpPr>
          <p:cNvPr id="4" name="Slide Number Placeholder 3"/>
          <p:cNvSpPr>
            <a:spLocks noGrp="1"/>
          </p:cNvSpPr>
          <p:nvPr>
            <p:ph type="sldNum" sz="quarter" idx="10"/>
          </p:nvPr>
        </p:nvSpPr>
        <p:spPr/>
        <p:txBody>
          <a:bodyPr/>
          <a:lstStyle/>
          <a:p>
            <a:fld id="{40474DD8-23EF-45F8-B399-8BBD2E29D92B}" type="slidenum">
              <a:rPr lang="en-GB" smtClean="0"/>
              <a:t>16</a:t>
            </a:fld>
            <a:endParaRPr lang="en-GB"/>
          </a:p>
        </p:txBody>
      </p:sp>
    </p:spTree>
    <p:extLst>
      <p:ext uri="{BB962C8B-B14F-4D97-AF65-F5344CB8AC3E}">
        <p14:creationId xmlns:p14="http://schemas.microsoft.com/office/powerpoint/2010/main" val="6193654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2000" dirty="0"/>
          </a:p>
        </p:txBody>
      </p:sp>
      <p:sp>
        <p:nvSpPr>
          <p:cNvPr id="4" name="Slide Number Placeholder 3"/>
          <p:cNvSpPr>
            <a:spLocks noGrp="1"/>
          </p:cNvSpPr>
          <p:nvPr>
            <p:ph type="sldNum" sz="quarter" idx="5"/>
          </p:nvPr>
        </p:nvSpPr>
        <p:spPr/>
        <p:txBody>
          <a:bodyPr/>
          <a:lstStyle/>
          <a:p>
            <a:fld id="{40474DD8-23EF-45F8-B399-8BBD2E29D92B}" type="slidenum">
              <a:rPr lang="en-GB" smtClean="0"/>
              <a:t>17</a:t>
            </a:fld>
            <a:endParaRPr lang="en-GB"/>
          </a:p>
        </p:txBody>
      </p:sp>
    </p:spTree>
    <p:extLst>
      <p:ext uri="{BB962C8B-B14F-4D97-AF65-F5344CB8AC3E}">
        <p14:creationId xmlns:p14="http://schemas.microsoft.com/office/powerpoint/2010/main" val="1217846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15min exercise</a:t>
            </a:r>
          </a:p>
          <a:p>
            <a:r>
              <a:rPr lang="en-GB" dirty="0"/>
              <a:t>15min break</a:t>
            </a:r>
          </a:p>
        </p:txBody>
      </p:sp>
      <p:sp>
        <p:nvSpPr>
          <p:cNvPr id="4" name="Slide Number Placeholder 3"/>
          <p:cNvSpPr>
            <a:spLocks noGrp="1"/>
          </p:cNvSpPr>
          <p:nvPr>
            <p:ph type="sldNum" sz="quarter" idx="5"/>
          </p:nvPr>
        </p:nvSpPr>
        <p:spPr/>
        <p:txBody>
          <a:bodyPr/>
          <a:lstStyle/>
          <a:p>
            <a:fld id="{40474DD8-23EF-45F8-B399-8BBD2E29D92B}" type="slidenum">
              <a:rPr lang="en-GB" smtClean="0"/>
              <a:t>18</a:t>
            </a:fld>
            <a:endParaRPr lang="en-GB"/>
          </a:p>
        </p:txBody>
      </p:sp>
    </p:spTree>
    <p:extLst>
      <p:ext uri="{BB962C8B-B14F-4D97-AF65-F5344CB8AC3E}">
        <p14:creationId xmlns:p14="http://schemas.microsoft.com/office/powerpoint/2010/main" val="10614090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59906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kern="1200" dirty="0">
                <a:solidFill>
                  <a:schemeClr val="tx1"/>
                </a:solidFill>
                <a:effectLst/>
                <a:latin typeface="+mn-lt"/>
                <a:ea typeface="+mn-ea"/>
                <a:cs typeface="+mn-cs"/>
              </a:rPr>
              <a:t>Measure what </a:t>
            </a:r>
            <a:r>
              <a:rPr lang="en-GB" sz="1200" b="1" kern="1200" dirty="0">
                <a:solidFill>
                  <a:schemeClr val="tx1"/>
                </a:solidFill>
                <a:effectLst/>
                <a:latin typeface="+mn-lt"/>
                <a:ea typeface="+mn-ea"/>
                <a:cs typeface="+mn-cs"/>
              </a:rPr>
              <a:t>change</a:t>
            </a:r>
            <a:r>
              <a:rPr lang="en-GB" sz="1200" kern="1200" dirty="0">
                <a:solidFill>
                  <a:schemeClr val="tx1"/>
                </a:solidFill>
                <a:effectLst/>
                <a:latin typeface="+mn-lt"/>
                <a:ea typeface="+mn-ea"/>
                <a:cs typeface="+mn-cs"/>
              </a:rPr>
              <a:t> you are achieving; and </a:t>
            </a:r>
          </a:p>
          <a:p>
            <a:pPr lvl="0"/>
            <a:r>
              <a:rPr lang="en-GB" sz="1200" kern="1200" dirty="0">
                <a:solidFill>
                  <a:schemeClr val="tx1"/>
                </a:solidFill>
                <a:effectLst/>
                <a:latin typeface="+mn-lt"/>
                <a:ea typeface="+mn-ea"/>
                <a:cs typeface="+mn-cs"/>
              </a:rPr>
              <a:t>Understand how your</a:t>
            </a:r>
            <a:r>
              <a:rPr lang="en-GB" sz="1200" b="1" kern="1200" dirty="0">
                <a:solidFill>
                  <a:schemeClr val="tx1"/>
                </a:solidFill>
                <a:effectLst/>
                <a:latin typeface="+mn-lt"/>
                <a:ea typeface="+mn-ea"/>
                <a:cs typeface="+mn-cs"/>
              </a:rPr>
              <a:t> work</a:t>
            </a:r>
            <a:r>
              <a:rPr lang="en-GB" sz="1200" kern="1200" dirty="0">
                <a:solidFill>
                  <a:schemeClr val="tx1"/>
                </a:solidFill>
                <a:effectLst/>
                <a:latin typeface="+mn-lt"/>
                <a:ea typeface="+mn-ea"/>
                <a:cs typeface="+mn-cs"/>
              </a:rPr>
              <a:t> is generating this change.</a:t>
            </a:r>
          </a:p>
          <a:p>
            <a:pPr lvl="0"/>
            <a:endParaRPr lang="en-GB" sz="1200" kern="1200" dirty="0">
              <a:solidFill>
                <a:schemeClr val="tx1"/>
              </a:solidFill>
              <a:effectLst/>
              <a:latin typeface="+mn-lt"/>
              <a:ea typeface="+mn-ea"/>
              <a:cs typeface="+mn-cs"/>
            </a:endParaRPr>
          </a:p>
          <a:p>
            <a:pPr lvl="0"/>
            <a:r>
              <a:rPr lang="en-GB" sz="1200" b="1" kern="1200" dirty="0">
                <a:solidFill>
                  <a:schemeClr val="tx1"/>
                </a:solidFill>
                <a:effectLst/>
                <a:latin typeface="+mn-lt"/>
                <a:ea typeface="+mn-ea"/>
                <a:cs typeface="+mn-cs"/>
              </a:rPr>
              <a:t>Intensity</a:t>
            </a:r>
            <a:r>
              <a:rPr lang="en-GB" sz="1200" kern="1200" dirty="0">
                <a:solidFill>
                  <a:schemeClr val="tx1"/>
                </a:solidFill>
                <a:effectLst/>
                <a:latin typeface="+mn-lt"/>
                <a:ea typeface="+mn-ea"/>
                <a:cs typeface="+mn-cs"/>
              </a:rPr>
              <a:t> – thinking about how often you engage with your users, what sort of resources you need for your activities</a:t>
            </a:r>
          </a:p>
          <a:p>
            <a:pPr lvl="0"/>
            <a:r>
              <a:rPr lang="en-GB" sz="1200" b="1" kern="1200" dirty="0">
                <a:solidFill>
                  <a:schemeClr val="tx1"/>
                </a:solidFill>
                <a:effectLst/>
                <a:latin typeface="+mn-lt"/>
                <a:ea typeface="+mn-ea"/>
                <a:cs typeface="+mn-cs"/>
              </a:rPr>
              <a:t>Delivery</a:t>
            </a:r>
            <a:r>
              <a:rPr lang="en-GB" sz="1200" kern="1200" dirty="0">
                <a:solidFill>
                  <a:schemeClr val="tx1"/>
                </a:solidFill>
                <a:effectLst/>
                <a:latin typeface="+mn-lt"/>
                <a:ea typeface="+mn-ea"/>
                <a:cs typeface="+mn-cs"/>
              </a:rPr>
              <a:t> – how many users gain access to your work, what is their feedback?</a:t>
            </a:r>
          </a:p>
          <a:p>
            <a:pPr lvl="0"/>
            <a:endParaRPr lang="en-GB" sz="1200" kern="1200" dirty="0">
              <a:solidFill>
                <a:schemeClr val="tx1"/>
              </a:solidFill>
              <a:effectLst/>
              <a:latin typeface="+mn-lt"/>
              <a:ea typeface="+mn-ea"/>
              <a:cs typeface="+mn-cs"/>
            </a:endParaRPr>
          </a:p>
          <a:p>
            <a:pPr lvl="0"/>
            <a:r>
              <a:rPr lang="en-GB" sz="1200" b="1" kern="1200" dirty="0">
                <a:solidFill>
                  <a:schemeClr val="tx1"/>
                </a:solidFill>
                <a:effectLst/>
                <a:latin typeface="+mn-lt"/>
                <a:ea typeface="+mn-ea"/>
                <a:cs typeface="+mn-cs"/>
              </a:rPr>
              <a:t>Depth</a:t>
            </a:r>
            <a:r>
              <a:rPr lang="en-GB" sz="1200" kern="1200" dirty="0">
                <a:solidFill>
                  <a:schemeClr val="tx1"/>
                </a:solidFill>
                <a:effectLst/>
                <a:latin typeface="+mn-lt"/>
                <a:ea typeface="+mn-ea"/>
                <a:cs typeface="+mn-cs"/>
              </a:rPr>
              <a:t> – how significant is the change for your beneficiaries?</a:t>
            </a:r>
          </a:p>
          <a:p>
            <a:pPr lvl="0"/>
            <a:r>
              <a:rPr lang="en-GB" sz="1200" b="1" kern="1200" dirty="0">
                <a:solidFill>
                  <a:schemeClr val="tx1"/>
                </a:solidFill>
                <a:effectLst/>
                <a:latin typeface="+mn-lt"/>
                <a:ea typeface="+mn-ea"/>
                <a:cs typeface="+mn-cs"/>
              </a:rPr>
              <a:t>Breadth</a:t>
            </a:r>
            <a:r>
              <a:rPr lang="en-GB" sz="1200" kern="1200" dirty="0">
                <a:solidFill>
                  <a:schemeClr val="tx1"/>
                </a:solidFill>
                <a:effectLst/>
                <a:latin typeface="+mn-lt"/>
                <a:ea typeface="+mn-ea"/>
                <a:cs typeface="+mn-cs"/>
              </a:rPr>
              <a:t> – how many beneficiaries are affected by the work that you do?</a:t>
            </a:r>
          </a:p>
          <a:p>
            <a:endParaRPr lang="en-GB" dirty="0"/>
          </a:p>
        </p:txBody>
      </p:sp>
      <p:sp>
        <p:nvSpPr>
          <p:cNvPr id="4" name="Slide Number Placeholder 3"/>
          <p:cNvSpPr>
            <a:spLocks noGrp="1"/>
          </p:cNvSpPr>
          <p:nvPr>
            <p:ph type="sldNum" sz="quarter" idx="5"/>
          </p:nvPr>
        </p:nvSpPr>
        <p:spPr/>
        <p:txBody>
          <a:bodyPr/>
          <a:lstStyle/>
          <a:p>
            <a:fld id="{40474DD8-23EF-45F8-B399-8BBD2E29D92B}" type="slidenum">
              <a:rPr lang="en-GB" smtClean="0"/>
              <a:t>20</a:t>
            </a:fld>
            <a:endParaRPr lang="en-GB"/>
          </a:p>
        </p:txBody>
      </p:sp>
    </p:spTree>
    <p:extLst>
      <p:ext uri="{BB962C8B-B14F-4D97-AF65-F5344CB8AC3E}">
        <p14:creationId xmlns:p14="http://schemas.microsoft.com/office/powerpoint/2010/main" val="35081118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It’s important to use all three to cross-reference</a:t>
            </a:r>
          </a:p>
        </p:txBody>
      </p:sp>
      <p:sp>
        <p:nvSpPr>
          <p:cNvPr id="4" name="Slide Number Placeholder 3"/>
          <p:cNvSpPr>
            <a:spLocks noGrp="1"/>
          </p:cNvSpPr>
          <p:nvPr>
            <p:ph type="sldNum" sz="quarter" idx="5"/>
          </p:nvPr>
        </p:nvSpPr>
        <p:spPr/>
        <p:txBody>
          <a:bodyPr/>
          <a:lstStyle/>
          <a:p>
            <a:fld id="{40474DD8-23EF-45F8-B399-8BBD2E29D92B}" type="slidenum">
              <a:rPr lang="en-GB" smtClean="0"/>
              <a:t>21</a:t>
            </a:fld>
            <a:endParaRPr lang="en-GB"/>
          </a:p>
        </p:txBody>
      </p:sp>
    </p:spTree>
    <p:extLst>
      <p:ext uri="{BB962C8B-B14F-4D97-AF65-F5344CB8AC3E}">
        <p14:creationId xmlns:p14="http://schemas.microsoft.com/office/powerpoint/2010/main" val="27854435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endParaRPr lang="en-GB" dirty="0"/>
          </a:p>
          <a:p>
            <a:r>
              <a:rPr lang="en-GB" dirty="0"/>
              <a:t>What is the indicator?</a:t>
            </a:r>
          </a:p>
          <a:p>
            <a:r>
              <a:rPr lang="en-GB" dirty="0"/>
              <a:t>Why you are tracking it? Who is it for?</a:t>
            </a:r>
          </a:p>
          <a:p>
            <a:r>
              <a:rPr lang="en-GB" dirty="0"/>
              <a:t>How will you gather this data?</a:t>
            </a:r>
          </a:p>
          <a:p>
            <a:r>
              <a:rPr lang="en-GB" dirty="0"/>
              <a:t>When do you need to measure it? What is the timeframe of the outcome</a:t>
            </a:r>
          </a:p>
          <a:p>
            <a:r>
              <a:rPr lang="en-GB" dirty="0"/>
              <a:t>Who is responsible?</a:t>
            </a:r>
          </a:p>
          <a:p>
            <a:r>
              <a:rPr lang="en-GB" dirty="0"/>
              <a:t>What is the cost?</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Targets should be: </a:t>
            </a:r>
            <a:r>
              <a:rPr lang="en-GB" sz="1200" i="1" kern="1200" dirty="0">
                <a:solidFill>
                  <a:schemeClr val="tx1"/>
                </a:solidFill>
                <a:effectLst/>
                <a:latin typeface="+mn-lt"/>
                <a:ea typeface="+mn-ea"/>
                <a:cs typeface="+mn-cs"/>
              </a:rPr>
              <a:t>Specific, Measurable, Attainable, Realistic and Time-limited.</a:t>
            </a:r>
            <a:endParaRPr lang="en-GB" dirty="0"/>
          </a:p>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61422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Aim is to use your materials to put together your Theory of Change (internal and external)</a:t>
            </a:r>
          </a:p>
          <a:p>
            <a:r>
              <a:rPr lang="en-GB" dirty="0"/>
              <a:t>KPIs and data collection plan</a:t>
            </a:r>
          </a:p>
          <a:p>
            <a:r>
              <a:rPr lang="en-GB" dirty="0"/>
              <a:t>Use your notes to improve it</a:t>
            </a:r>
          </a:p>
        </p:txBody>
      </p:sp>
      <p:sp>
        <p:nvSpPr>
          <p:cNvPr id="4" name="Slide Number Placeholder 3"/>
          <p:cNvSpPr>
            <a:spLocks noGrp="1"/>
          </p:cNvSpPr>
          <p:nvPr>
            <p:ph type="sldNum" sz="quarter" idx="5"/>
          </p:nvPr>
        </p:nvSpPr>
        <p:spPr/>
        <p:txBody>
          <a:bodyPr/>
          <a:lstStyle/>
          <a:p>
            <a:fld id="{40474DD8-23EF-45F8-B399-8BBD2E29D92B}" type="slidenum">
              <a:rPr lang="en-GB" smtClean="0"/>
              <a:t>23</a:t>
            </a:fld>
            <a:endParaRPr lang="en-GB"/>
          </a:p>
        </p:txBody>
      </p:sp>
    </p:spTree>
    <p:extLst>
      <p:ext uri="{BB962C8B-B14F-4D97-AF65-F5344CB8AC3E}">
        <p14:creationId xmlns:p14="http://schemas.microsoft.com/office/powerpoint/2010/main" val="12266823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2000" dirty="0"/>
              <a:t>15 minutes</a:t>
            </a:r>
          </a:p>
          <a:p>
            <a:endParaRPr lang="en-GB" sz="2000" dirty="0"/>
          </a:p>
          <a:p>
            <a:r>
              <a:rPr lang="en-GB" sz="2000" dirty="0"/>
              <a:t>KPIs for each of the post it notes</a:t>
            </a:r>
          </a:p>
          <a:p>
            <a:r>
              <a:rPr lang="en-GB" sz="2000" dirty="0"/>
              <a:t>Template for KPIs</a:t>
            </a:r>
          </a:p>
          <a:p>
            <a:endParaRPr lang="en-GB" sz="2000" dirty="0"/>
          </a:p>
          <a:p>
            <a:r>
              <a:rPr lang="en-GB" sz="2000" dirty="0"/>
              <a:t>Where are the gaps in your data collection? Which outcomes are not covered?</a:t>
            </a:r>
          </a:p>
          <a:p>
            <a:endParaRPr lang="en-GB" sz="2000" dirty="0"/>
          </a:p>
          <a:p>
            <a:endParaRPr lang="en-GB" sz="2000" dirty="0"/>
          </a:p>
          <a:p>
            <a:r>
              <a:rPr lang="en-GB" sz="2000" dirty="0"/>
              <a:t>TEA BREAK</a:t>
            </a:r>
          </a:p>
        </p:txBody>
      </p:sp>
      <p:sp>
        <p:nvSpPr>
          <p:cNvPr id="4" name="Slide Number Placeholder 3"/>
          <p:cNvSpPr>
            <a:spLocks noGrp="1"/>
          </p:cNvSpPr>
          <p:nvPr>
            <p:ph type="sldNum" sz="quarter" idx="5"/>
          </p:nvPr>
        </p:nvSpPr>
        <p:spPr/>
        <p:txBody>
          <a:bodyPr/>
          <a:lstStyle/>
          <a:p>
            <a:fld id="{40474DD8-23EF-45F8-B399-8BBD2E29D92B}" type="slidenum">
              <a:rPr lang="en-GB" smtClean="0"/>
              <a:t>24</a:t>
            </a:fld>
            <a:endParaRPr lang="en-GB"/>
          </a:p>
        </p:txBody>
      </p:sp>
    </p:spTree>
    <p:extLst>
      <p:ext uri="{BB962C8B-B14F-4D97-AF65-F5344CB8AC3E}">
        <p14:creationId xmlns:p14="http://schemas.microsoft.com/office/powerpoint/2010/main" val="1845006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07431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One of the key things about demonstrating your social impact is to show what would have happened if you were not there… if that service had not been provided… </a:t>
            </a:r>
          </a:p>
          <a:p>
            <a:endParaRPr lang="en-GB" dirty="0"/>
          </a:p>
          <a:p>
            <a:r>
              <a:rPr lang="en-GB" dirty="0"/>
              <a:t>Let’s take a really simple example… say there are 2 acres of land… 1 is well forested and 1 is barren because of a tree blight which wiped out the forest unexpectedly… </a:t>
            </a:r>
          </a:p>
          <a:p>
            <a:endParaRPr lang="en-GB" dirty="0"/>
          </a:p>
          <a:p>
            <a:r>
              <a:rPr lang="en-GB" dirty="0"/>
              <a:t>You’re enviro charity comes along and invests in regenerating that forest… There are now 2 acres of forest instead of 1. </a:t>
            </a:r>
          </a:p>
          <a:p>
            <a:endParaRPr lang="en-GB" dirty="0"/>
          </a:p>
          <a:p>
            <a:r>
              <a:rPr lang="en-GB" dirty="0"/>
              <a:t>What is your impact?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15950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Approaches to check this:</a:t>
            </a:r>
          </a:p>
          <a:p>
            <a:pPr marL="228600" indent="-228600">
              <a:buAutoNum type="arabicParenR"/>
            </a:pPr>
            <a:r>
              <a:rPr lang="en-GB" b="0" dirty="0"/>
              <a:t>compare to index</a:t>
            </a:r>
          </a:p>
          <a:p>
            <a:pPr marL="228600" indent="-228600">
              <a:buAutoNum type="arabicParenR"/>
            </a:pPr>
            <a:r>
              <a:rPr lang="en-GB" b="0" dirty="0"/>
              <a:t>Ask for attribution – ask if it would have happened anyway – or what else contributed to it</a:t>
            </a:r>
          </a:p>
          <a:p>
            <a:pPr marL="228600" indent="-228600">
              <a:buAutoNum type="arabicParenR"/>
            </a:pPr>
            <a:r>
              <a:rPr lang="en-GB" b="0" dirty="0"/>
              <a:t>Thinking about timing of your questions – there are suggestions</a:t>
            </a:r>
          </a:p>
          <a:p>
            <a:pPr marL="228600" indent="-228600">
              <a:buAutoNum type="arabicParenR"/>
            </a:pPr>
            <a:endParaRPr lang="en-GB" b="0" dirty="0"/>
          </a:p>
          <a:p>
            <a:pPr marL="228600" indent="-228600">
              <a:buAutoNum type="arabicParenR"/>
            </a:pPr>
            <a:endParaRPr lang="en-GB" b="0" dirty="0"/>
          </a:p>
          <a:p>
            <a:pPr marL="228600" indent="-228600">
              <a:buAutoNum type="arabicParenR"/>
            </a:pPr>
            <a:endParaRPr lang="en-GB" b="0" dirty="0"/>
          </a:p>
          <a:p>
            <a:pPr marL="228600" indent="-228600">
              <a:buAutoNum type="arabicParenR"/>
            </a:pPr>
            <a:endParaRPr lang="en-GB" b="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76046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2000" dirty="0"/>
              <a:t>15 minutes</a:t>
            </a:r>
          </a:p>
        </p:txBody>
      </p:sp>
      <p:sp>
        <p:nvSpPr>
          <p:cNvPr id="4" name="Slide Number Placeholder 3"/>
          <p:cNvSpPr>
            <a:spLocks noGrp="1"/>
          </p:cNvSpPr>
          <p:nvPr>
            <p:ph type="sldNum" sz="quarter" idx="5"/>
          </p:nvPr>
        </p:nvSpPr>
        <p:spPr/>
        <p:txBody>
          <a:bodyPr/>
          <a:lstStyle/>
          <a:p>
            <a:fld id="{40474DD8-23EF-45F8-B399-8BBD2E29D92B}" type="slidenum">
              <a:rPr lang="en-GB" smtClean="0"/>
              <a:t>29</a:t>
            </a:fld>
            <a:endParaRPr lang="en-GB"/>
          </a:p>
        </p:txBody>
      </p:sp>
    </p:spTree>
    <p:extLst>
      <p:ext uri="{BB962C8B-B14F-4D97-AF65-F5344CB8AC3E}">
        <p14:creationId xmlns:p14="http://schemas.microsoft.com/office/powerpoint/2010/main" val="32701537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474DD8-23EF-45F8-B399-8BBD2E29D92B}" type="slidenum">
              <a:rPr lang="en-GB" smtClean="0"/>
              <a:t>30</a:t>
            </a:fld>
            <a:endParaRPr lang="en-GB"/>
          </a:p>
        </p:txBody>
      </p:sp>
    </p:spTree>
    <p:extLst>
      <p:ext uri="{BB962C8B-B14F-4D97-AF65-F5344CB8AC3E}">
        <p14:creationId xmlns:p14="http://schemas.microsoft.com/office/powerpoint/2010/main" val="39163854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26822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0474DD8-23EF-45F8-B399-8BBD2E29D92B}" type="slidenum">
              <a:rPr lang="en-GB" smtClean="0"/>
              <a:t>32</a:t>
            </a:fld>
            <a:endParaRPr lang="en-GB"/>
          </a:p>
        </p:txBody>
      </p:sp>
    </p:spTree>
    <p:extLst>
      <p:ext uri="{BB962C8B-B14F-4D97-AF65-F5344CB8AC3E}">
        <p14:creationId xmlns:p14="http://schemas.microsoft.com/office/powerpoint/2010/main" val="3897899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0474DD8-23EF-45F8-B399-8BBD2E29D92B}" type="slidenum">
              <a:rPr lang="en-GB" smtClean="0"/>
              <a:t>33</a:t>
            </a:fld>
            <a:endParaRPr lang="en-GB"/>
          </a:p>
        </p:txBody>
      </p:sp>
    </p:spTree>
    <p:extLst>
      <p:ext uri="{BB962C8B-B14F-4D97-AF65-F5344CB8AC3E}">
        <p14:creationId xmlns:p14="http://schemas.microsoft.com/office/powerpoint/2010/main" val="1417163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491A66"/>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3CECCCB-7472-448F-B092-773C478B208C}"/>
              </a:ext>
            </a:extLst>
          </p:cNvPr>
          <p:cNvSpPr>
            <a:spLocks noGrp="1"/>
          </p:cNvSpPr>
          <p:nvPr>
            <p:ph type="body" sz="quarter" idx="10" hasCustomPrompt="1"/>
          </p:nvPr>
        </p:nvSpPr>
        <p:spPr>
          <a:xfrm>
            <a:off x="2087563" y="1925638"/>
            <a:ext cx="8369300" cy="2871787"/>
          </a:xfrm>
        </p:spPr>
        <p:txBody>
          <a:bodyPr anchor="ctr"/>
          <a:lstStyle>
            <a:lvl1pPr marL="0" indent="0" algn="ctr">
              <a:buNone/>
              <a:defRPr sz="11500">
                <a:solidFill>
                  <a:schemeClr val="bg1"/>
                </a:solidFill>
                <a:latin typeface="Gotham Black" pitchFamily="50" charset="0"/>
              </a:defRPr>
            </a:lvl1pPr>
            <a:lvl2pPr>
              <a:defRPr>
                <a:solidFill>
                  <a:schemeClr val="bg1"/>
                </a:solidFill>
                <a:latin typeface="Gotham Black" pitchFamily="50" charset="0"/>
              </a:defRPr>
            </a:lvl2pPr>
            <a:lvl3pPr>
              <a:defRPr>
                <a:solidFill>
                  <a:schemeClr val="bg1"/>
                </a:solidFill>
                <a:latin typeface="Gotham Black" pitchFamily="50" charset="0"/>
              </a:defRPr>
            </a:lvl3pPr>
            <a:lvl4pPr>
              <a:defRPr>
                <a:solidFill>
                  <a:schemeClr val="bg1"/>
                </a:solidFill>
                <a:latin typeface="Gotham Black" pitchFamily="50" charset="0"/>
              </a:defRPr>
            </a:lvl4pPr>
            <a:lvl5pPr>
              <a:defRPr>
                <a:solidFill>
                  <a:schemeClr val="bg1"/>
                </a:solidFill>
                <a:latin typeface="Gotham Black" pitchFamily="50" charset="0"/>
              </a:defRPr>
            </a:lvl5pPr>
          </a:lstStyle>
          <a:p>
            <a:pPr lvl="0"/>
            <a:r>
              <a:rPr lang="en-GB" dirty="0"/>
              <a:t>TITLE</a:t>
            </a:r>
          </a:p>
        </p:txBody>
      </p:sp>
    </p:spTree>
    <p:extLst>
      <p:ext uri="{BB962C8B-B14F-4D97-AF65-F5344CB8AC3E}">
        <p14:creationId xmlns:p14="http://schemas.microsoft.com/office/powerpoint/2010/main" val="2366372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B6C073B-9002-45FF-8A60-D00AF5498BE3}" type="datetimeFigureOut">
              <a:rPr lang="en-GB" smtClean="0"/>
              <a:t>16/07/2020</a:t>
            </a:fld>
            <a:endParaRPr lang="en-GB"/>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541F0FB5-D502-4438-886F-18082FA237F4}" type="slidenum">
              <a:rPr lang="en-GB" smtClean="0"/>
              <a:t>‹#›</a:t>
            </a:fld>
            <a:endParaRPr lang="en-GB" dirty="0"/>
          </a:p>
        </p:txBody>
      </p:sp>
      <p:sp>
        <p:nvSpPr>
          <p:cNvPr id="11" name="Text Placeholder 10">
            <a:extLst>
              <a:ext uri="{FF2B5EF4-FFF2-40B4-BE49-F238E27FC236}">
                <a16:creationId xmlns:a16="http://schemas.microsoft.com/office/drawing/2014/main" id="{BA62217E-25DD-4960-ABE0-F9AA2F3DC9A2}"/>
              </a:ext>
            </a:extLst>
          </p:cNvPr>
          <p:cNvSpPr>
            <a:spLocks noGrp="1"/>
          </p:cNvSpPr>
          <p:nvPr>
            <p:ph type="body" sz="quarter" idx="13"/>
          </p:nvPr>
        </p:nvSpPr>
        <p:spPr>
          <a:xfrm>
            <a:off x="709062" y="2369370"/>
            <a:ext cx="10644738" cy="1912173"/>
          </a:xfrm>
        </p:spPr>
        <p:txBody>
          <a:bodyPr/>
          <a:lstStyle>
            <a:lvl1pPr marL="0" indent="0">
              <a:buNone/>
              <a:defRPr sz="4400">
                <a:solidFill>
                  <a:srgbClr val="491A66"/>
                </a:solidFill>
                <a:latin typeface="+mj-lt"/>
              </a:defRPr>
            </a:lvl1pPr>
            <a:lvl2pPr marL="457200" indent="0">
              <a:buNone/>
              <a:defRPr sz="4400">
                <a:solidFill>
                  <a:srgbClr val="F37023"/>
                </a:solidFill>
              </a:defRPr>
            </a:lvl2pPr>
          </a:lstStyle>
          <a:p>
            <a:pPr lvl="0"/>
            <a:r>
              <a:rPr lang="en-US"/>
              <a:t>Edit Master text styles</a:t>
            </a:r>
          </a:p>
          <a:p>
            <a:pPr lvl="1"/>
            <a:r>
              <a:rPr lang="en-US"/>
              <a:t>Second level</a:t>
            </a:r>
          </a:p>
        </p:txBody>
      </p:sp>
      <p:pic>
        <p:nvPicPr>
          <p:cNvPr id="14" name="Picture 13">
            <a:extLst>
              <a:ext uri="{FF2B5EF4-FFF2-40B4-BE49-F238E27FC236}">
                <a16:creationId xmlns:a16="http://schemas.microsoft.com/office/drawing/2014/main" id="{7D6A4557-7DDE-4427-A339-35D9B01A0F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23989" y="6084979"/>
            <a:ext cx="1641907" cy="477186"/>
          </a:xfrm>
          <a:prstGeom prst="rect">
            <a:avLst/>
          </a:prstGeom>
        </p:spPr>
      </p:pic>
    </p:spTree>
    <p:extLst>
      <p:ext uri="{BB962C8B-B14F-4D97-AF65-F5344CB8AC3E}">
        <p14:creationId xmlns:p14="http://schemas.microsoft.com/office/powerpoint/2010/main" val="1868204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p:bg>
      <p:bgPr>
        <a:solidFill>
          <a:srgbClr val="491A6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C6BF4-2260-497D-9E09-38C2E01E2987}"/>
              </a:ext>
            </a:extLst>
          </p:cNvPr>
          <p:cNvSpPr>
            <a:spLocks noGrp="1"/>
          </p:cNvSpPr>
          <p:nvPr>
            <p:ph type="title"/>
          </p:nvPr>
        </p:nvSpPr>
        <p:spPr>
          <a:xfrm>
            <a:off x="429300" y="341299"/>
            <a:ext cx="10515600" cy="1325563"/>
          </a:xfrm>
        </p:spPr>
        <p:txBody>
          <a:bodyPr/>
          <a:lstStyle>
            <a:lvl1pPr>
              <a:defRPr>
                <a:solidFill>
                  <a:schemeClr val="bg1"/>
                </a:solidFill>
              </a:defRPr>
            </a:lvl1pPr>
          </a:lstStyle>
          <a:p>
            <a:r>
              <a:rPr lang="en-US"/>
              <a:t>Click to edit Master title style</a:t>
            </a:r>
            <a:endParaRPr lang="en-GB" dirty="0"/>
          </a:p>
        </p:txBody>
      </p:sp>
      <p:sp>
        <p:nvSpPr>
          <p:cNvPr id="6" name="Content Placeholder 5">
            <a:extLst>
              <a:ext uri="{FF2B5EF4-FFF2-40B4-BE49-F238E27FC236}">
                <a16:creationId xmlns:a16="http://schemas.microsoft.com/office/drawing/2014/main" id="{CAC3FAB3-9996-49B2-8382-3B04639DFB3A}"/>
              </a:ext>
            </a:extLst>
          </p:cNvPr>
          <p:cNvSpPr>
            <a:spLocks noGrp="1"/>
          </p:cNvSpPr>
          <p:nvPr>
            <p:ph sz="quarter" idx="10" hasCustomPrompt="1"/>
          </p:nvPr>
        </p:nvSpPr>
        <p:spPr>
          <a:xfrm>
            <a:off x="429300" y="1968014"/>
            <a:ext cx="10515600" cy="4013238"/>
          </a:xfrm>
        </p:spPr>
        <p:txBody>
          <a:bodyPr/>
          <a:lstStyle>
            <a:lvl1pPr marL="228600" indent="-228600">
              <a:buFontTx/>
              <a:buBlip>
                <a:blip r:embed="rId2"/>
              </a:buBlip>
              <a:defRPr>
                <a:solidFill>
                  <a:schemeClr val="bg1"/>
                </a:solidFill>
              </a:defRPr>
            </a:lvl1pPr>
            <a:lvl2pPr marL="800100" indent="-342900">
              <a:buFontTx/>
              <a:buBlip>
                <a:blip r:embed="rId2"/>
              </a:buBlip>
              <a:defRPr>
                <a:solidFill>
                  <a:schemeClr val="bg1"/>
                </a:solidFill>
              </a:defRPr>
            </a:lvl2pPr>
            <a:lvl3pPr marL="1257300" indent="-342900">
              <a:buFontTx/>
              <a:buBlip>
                <a:blip r:embed="rId2"/>
              </a:buBlip>
              <a:defRPr>
                <a:solidFill>
                  <a:schemeClr val="bg1"/>
                </a:solidFill>
              </a:defRPr>
            </a:lvl3pPr>
            <a:lvl4pPr marL="1657350" indent="-285750">
              <a:buFontTx/>
              <a:buBlip>
                <a:blip r:embed="rId2"/>
              </a:buBlip>
              <a:defRPr>
                <a:solidFill>
                  <a:schemeClr val="bg1"/>
                </a:solidFill>
              </a:defRPr>
            </a:lvl4pPr>
            <a:lvl5pPr marL="2114550" indent="-285750">
              <a:buFontTx/>
              <a:buBlip>
                <a:blip r:embed="rId2"/>
              </a:buBlip>
              <a:defRPr>
                <a:solidFill>
                  <a:schemeClr val="bg1"/>
                </a:solidFill>
              </a:defRPr>
            </a:lvl5pPr>
          </a:lstStyle>
          <a:p>
            <a:pPr lvl="0"/>
            <a:r>
              <a:rPr lang="en-US" dirty="0"/>
              <a:t>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94149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E61E-3F26-4FE3-879F-DC5A96623F6F}"/>
              </a:ext>
            </a:extLst>
          </p:cNvPr>
          <p:cNvSpPr>
            <a:spLocks noGrp="1"/>
          </p:cNvSpPr>
          <p:nvPr>
            <p:ph type="title"/>
          </p:nvPr>
        </p:nvSpPr>
        <p:spPr>
          <a:xfrm>
            <a:off x="437304" y="354368"/>
            <a:ext cx="10515600" cy="1325563"/>
          </a:xfrm>
        </p:spPr>
        <p:txBody>
          <a:bodyPr/>
          <a:lstStyle>
            <a:lvl1pPr>
              <a:defRPr>
                <a:solidFill>
                  <a:srgbClr val="491A66"/>
                </a:solidFill>
              </a:defRPr>
            </a:lvl1pPr>
          </a:lstStyle>
          <a:p>
            <a:r>
              <a:rPr lang="en-US"/>
              <a:t>Click to edit Master title style</a:t>
            </a:r>
            <a:endParaRPr lang="en-GB" dirty="0"/>
          </a:p>
        </p:txBody>
      </p:sp>
      <p:sp>
        <p:nvSpPr>
          <p:cNvPr id="12" name="Content Placeholder 5">
            <a:extLst>
              <a:ext uri="{FF2B5EF4-FFF2-40B4-BE49-F238E27FC236}">
                <a16:creationId xmlns:a16="http://schemas.microsoft.com/office/drawing/2014/main" id="{30731C49-F76A-4D7B-8FC0-9C92058A7A70}"/>
              </a:ext>
            </a:extLst>
          </p:cNvPr>
          <p:cNvSpPr>
            <a:spLocks noGrp="1"/>
          </p:cNvSpPr>
          <p:nvPr>
            <p:ph sz="quarter" idx="10" hasCustomPrompt="1"/>
          </p:nvPr>
        </p:nvSpPr>
        <p:spPr>
          <a:xfrm>
            <a:off x="429300" y="1968014"/>
            <a:ext cx="10515600" cy="4013238"/>
          </a:xfrm>
        </p:spPr>
        <p:txBody>
          <a:bodyPr/>
          <a:lstStyle>
            <a:lvl1pPr marL="228600" indent="-228600">
              <a:buFontTx/>
              <a:buBlip>
                <a:blip r:embed="rId2"/>
              </a:buBlip>
              <a:defRPr/>
            </a:lvl1pPr>
            <a:lvl2pPr marL="800100" indent="-342900">
              <a:buFontTx/>
              <a:buBlip>
                <a:blip r:embed="rId2"/>
              </a:buBlip>
              <a:defRPr/>
            </a:lvl2pPr>
            <a:lvl3pPr marL="1257300" indent="-342900">
              <a:buFontTx/>
              <a:buBlip>
                <a:blip r:embed="rId2"/>
              </a:buBlip>
              <a:defRPr/>
            </a:lvl3pPr>
            <a:lvl4pPr marL="1657350" indent="-285750">
              <a:buFontTx/>
              <a:buBlip>
                <a:blip r:embed="rId2"/>
              </a:buBlip>
              <a:defRPr/>
            </a:lvl4pPr>
            <a:lvl5pPr marL="2114550" indent="-285750">
              <a:buFontTx/>
              <a:buBlip>
                <a:blip r:embed="rId2"/>
              </a:buBlip>
              <a:defRPr/>
            </a:lvl5pPr>
          </a:lstStyle>
          <a:p>
            <a:pPr lvl="0"/>
            <a:r>
              <a:rPr lang="en-US" dirty="0"/>
              <a:t>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315341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study">
    <p:bg>
      <p:bgPr>
        <a:solidFill>
          <a:schemeClr val="accent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C9AFB1-1EFD-4868-86E1-7B65C6E929F1}"/>
              </a:ext>
            </a:extLst>
          </p:cNvPr>
          <p:cNvSpPr>
            <a:spLocks noGrp="1"/>
          </p:cNvSpPr>
          <p:nvPr>
            <p:ph type="title" hasCustomPrompt="1"/>
          </p:nvPr>
        </p:nvSpPr>
        <p:spPr>
          <a:xfrm>
            <a:off x="6691256" y="296890"/>
            <a:ext cx="5238276" cy="714329"/>
          </a:xfrm>
        </p:spPr>
        <p:txBody>
          <a:bodyPr/>
          <a:lstStyle>
            <a:lvl1pPr>
              <a:defRPr>
                <a:solidFill>
                  <a:schemeClr val="bg1"/>
                </a:solidFill>
              </a:defRPr>
            </a:lvl1pPr>
          </a:lstStyle>
          <a:p>
            <a:r>
              <a:rPr lang="en-US" dirty="0"/>
              <a:t>Case study title</a:t>
            </a:r>
            <a:endParaRPr lang="en-GB" dirty="0"/>
          </a:p>
        </p:txBody>
      </p:sp>
      <p:sp>
        <p:nvSpPr>
          <p:cNvPr id="8" name="Text Placeholder 7">
            <a:extLst>
              <a:ext uri="{FF2B5EF4-FFF2-40B4-BE49-F238E27FC236}">
                <a16:creationId xmlns:a16="http://schemas.microsoft.com/office/drawing/2014/main" id="{ED2568EF-5343-4C6C-AE6C-6F7A820DEEC3}"/>
              </a:ext>
            </a:extLst>
          </p:cNvPr>
          <p:cNvSpPr>
            <a:spLocks noGrp="1"/>
          </p:cNvSpPr>
          <p:nvPr>
            <p:ph type="body" sz="quarter" idx="11"/>
          </p:nvPr>
        </p:nvSpPr>
        <p:spPr>
          <a:xfrm>
            <a:off x="6765925" y="1204913"/>
            <a:ext cx="5164138" cy="4754562"/>
          </a:xfrm>
        </p:spPr>
        <p:txBody>
          <a:bodyPr/>
          <a:lstStyle>
            <a:lvl1pPr marL="228600" indent="-228600">
              <a:buFontTx/>
              <a:buBlip>
                <a:blip r:embed="rId2"/>
              </a:buBlip>
              <a:defRPr>
                <a:solidFill>
                  <a:schemeClr val="bg1"/>
                </a:solidFill>
              </a:defRPr>
            </a:lvl1pPr>
            <a:lvl2pPr marL="685800" indent="-228600">
              <a:buFontTx/>
              <a:buBlip>
                <a:blip r:embed="rId2"/>
              </a:buBlip>
              <a:defRPr>
                <a:solidFill>
                  <a:schemeClr val="bg1"/>
                </a:solidFill>
              </a:defRPr>
            </a:lvl2pPr>
            <a:lvl3pPr marL="1143000" indent="-228600">
              <a:buFontTx/>
              <a:buBlip>
                <a:blip r:embed="rId2"/>
              </a:buBlip>
              <a:defRPr>
                <a:solidFill>
                  <a:schemeClr val="bg1"/>
                </a:solidFill>
              </a:defRPr>
            </a:lvl3pPr>
            <a:lvl4pPr marL="1600200" indent="-228600">
              <a:buFontTx/>
              <a:buBlip>
                <a:blip r:embed="rId2"/>
              </a:buBlip>
              <a:defRPr>
                <a:solidFill>
                  <a:schemeClr val="bg1"/>
                </a:solidFill>
              </a:defRPr>
            </a:lvl4pPr>
            <a:lvl5pPr marL="2057400" indent="-228600">
              <a:buFontTx/>
              <a:buBlip>
                <a:blip r:embed="rId2"/>
              </a:buBlip>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990977004"/>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U shape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EC67FC4-C5D0-4ADC-A8C9-51C79B62F523}"/>
              </a:ext>
            </a:extLst>
          </p:cNvPr>
          <p:cNvSpPr/>
          <p:nvPr userDrawn="1"/>
        </p:nvSpPr>
        <p:spPr>
          <a:xfrm>
            <a:off x="0" y="2146300"/>
            <a:ext cx="12192000" cy="4711700"/>
          </a:xfrm>
          <a:prstGeom prst="rect">
            <a:avLst/>
          </a:prstGeom>
          <a:solidFill>
            <a:srgbClr val="00A19A"/>
          </a:solidFill>
          <a:ln w="12700" cap="flat" cmpd="sng" algn="ctr">
            <a:no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85A5"/>
              </a:solidFill>
              <a:effectLst/>
              <a:uLnTx/>
              <a:uFillTx/>
              <a:latin typeface="Calibri" panose="020F0502020204030204"/>
              <a:ea typeface="+mn-ea"/>
              <a:cs typeface="+mn-cs"/>
            </a:endParaRPr>
          </a:p>
        </p:txBody>
      </p:sp>
      <p:sp>
        <p:nvSpPr>
          <p:cNvPr id="24" name="Flowchart: Delay 23">
            <a:extLst>
              <a:ext uri="{FF2B5EF4-FFF2-40B4-BE49-F238E27FC236}">
                <a16:creationId xmlns:a16="http://schemas.microsoft.com/office/drawing/2014/main" id="{DC0B3E49-B356-4739-9034-50E9CEC709E2}"/>
              </a:ext>
            </a:extLst>
          </p:cNvPr>
          <p:cNvSpPr/>
          <p:nvPr userDrawn="1"/>
        </p:nvSpPr>
        <p:spPr>
          <a:xfrm rot="5400000">
            <a:off x="8746601"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pic>
        <p:nvPicPr>
          <p:cNvPr id="31" name="Picture 30">
            <a:extLst>
              <a:ext uri="{FF2B5EF4-FFF2-40B4-BE49-F238E27FC236}">
                <a16:creationId xmlns:a16="http://schemas.microsoft.com/office/drawing/2014/main" id="{DA448D43-F6D4-4189-BBDC-53888D5AAE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943163" y="750749"/>
            <a:ext cx="1807605" cy="527241"/>
          </a:xfrm>
          <a:prstGeom prst="rect">
            <a:avLst/>
          </a:prstGeom>
        </p:spPr>
      </p:pic>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16" name="Flowchart: Delay 15">
            <a:extLst>
              <a:ext uri="{FF2B5EF4-FFF2-40B4-BE49-F238E27FC236}">
                <a16:creationId xmlns:a16="http://schemas.microsoft.com/office/drawing/2014/main" id="{454FD496-54DA-4199-AAC6-66A65DE445AA}"/>
              </a:ext>
            </a:extLst>
          </p:cNvPr>
          <p:cNvSpPr/>
          <p:nvPr userDrawn="1"/>
        </p:nvSpPr>
        <p:spPr>
          <a:xfrm rot="5400000">
            <a:off x="4601765"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7" name="Flowchart: Delay 16">
            <a:extLst>
              <a:ext uri="{FF2B5EF4-FFF2-40B4-BE49-F238E27FC236}">
                <a16:creationId xmlns:a16="http://schemas.microsoft.com/office/drawing/2014/main" id="{2EEE0A17-3A41-451F-A395-9A5EFCF47621}"/>
              </a:ext>
            </a:extLst>
          </p:cNvPr>
          <p:cNvSpPr/>
          <p:nvPr userDrawn="1"/>
        </p:nvSpPr>
        <p:spPr>
          <a:xfrm rot="5400000">
            <a:off x="456930"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32" name="Text Placeholder 5">
            <a:extLst>
              <a:ext uri="{FF2B5EF4-FFF2-40B4-BE49-F238E27FC236}">
                <a16:creationId xmlns:a16="http://schemas.microsoft.com/office/drawing/2014/main" id="{F2373825-CB96-426B-8496-7664CEBF187C}"/>
              </a:ext>
            </a:extLst>
          </p:cNvPr>
          <p:cNvSpPr>
            <a:spLocks noGrp="1"/>
          </p:cNvSpPr>
          <p:nvPr>
            <p:ph type="body" sz="quarter" idx="10" hasCustomPrompt="1"/>
          </p:nvPr>
        </p:nvSpPr>
        <p:spPr>
          <a:xfrm>
            <a:off x="456094" y="2167167"/>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3" name="Text Placeholder 5">
            <a:extLst>
              <a:ext uri="{FF2B5EF4-FFF2-40B4-BE49-F238E27FC236}">
                <a16:creationId xmlns:a16="http://schemas.microsoft.com/office/drawing/2014/main" id="{44CC8692-0B4D-44DA-A5AE-4030ACC897F1}"/>
              </a:ext>
            </a:extLst>
          </p:cNvPr>
          <p:cNvSpPr>
            <a:spLocks noGrp="1"/>
          </p:cNvSpPr>
          <p:nvPr>
            <p:ph type="body" sz="quarter" idx="11" hasCustomPrompt="1"/>
          </p:nvPr>
        </p:nvSpPr>
        <p:spPr>
          <a:xfrm>
            <a:off x="456094" y="2742552"/>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6" name="Text Placeholder 5">
            <a:extLst>
              <a:ext uri="{FF2B5EF4-FFF2-40B4-BE49-F238E27FC236}">
                <a16:creationId xmlns:a16="http://schemas.microsoft.com/office/drawing/2014/main" id="{36B6870B-E95A-4DA8-A4F8-26627F73F067}"/>
              </a:ext>
            </a:extLst>
          </p:cNvPr>
          <p:cNvSpPr>
            <a:spLocks noGrp="1"/>
          </p:cNvSpPr>
          <p:nvPr>
            <p:ph type="body" sz="quarter" idx="12" hasCustomPrompt="1"/>
          </p:nvPr>
        </p:nvSpPr>
        <p:spPr>
          <a:xfrm>
            <a:off x="4600930" y="2164442"/>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7" name="Text Placeholder 5">
            <a:extLst>
              <a:ext uri="{FF2B5EF4-FFF2-40B4-BE49-F238E27FC236}">
                <a16:creationId xmlns:a16="http://schemas.microsoft.com/office/drawing/2014/main" id="{E8AF5EBD-23A4-412B-829C-75793DD198C4}"/>
              </a:ext>
            </a:extLst>
          </p:cNvPr>
          <p:cNvSpPr>
            <a:spLocks noGrp="1"/>
          </p:cNvSpPr>
          <p:nvPr>
            <p:ph type="body" sz="quarter" idx="13" hasCustomPrompt="1"/>
          </p:nvPr>
        </p:nvSpPr>
        <p:spPr>
          <a:xfrm>
            <a:off x="4600930" y="2745926"/>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8760628" y="2164442"/>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8760628" y="2739827"/>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Tree>
    <p:extLst>
      <p:ext uri="{BB962C8B-B14F-4D97-AF65-F5344CB8AC3E}">
        <p14:creationId xmlns:p14="http://schemas.microsoft.com/office/powerpoint/2010/main" val="1035442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hree U shapes">
    <p:spTree>
      <p:nvGrpSpPr>
        <p:cNvPr id="1" name=""/>
        <p:cNvGrpSpPr/>
        <p:nvPr/>
      </p:nvGrpSpPr>
      <p:grpSpPr>
        <a:xfrm>
          <a:off x="0" y="0"/>
          <a:ext cx="0" cy="0"/>
          <a:chOff x="0" y="0"/>
          <a:chExt cx="0" cy="0"/>
        </a:xfrm>
      </p:grpSpPr>
      <p:sp>
        <p:nvSpPr>
          <p:cNvPr id="24" name="Flowchart: Delay 23">
            <a:extLst>
              <a:ext uri="{FF2B5EF4-FFF2-40B4-BE49-F238E27FC236}">
                <a16:creationId xmlns:a16="http://schemas.microsoft.com/office/drawing/2014/main" id="{DC0B3E49-B356-4739-9034-50E9CEC709E2}"/>
              </a:ext>
            </a:extLst>
          </p:cNvPr>
          <p:cNvSpPr/>
          <p:nvPr userDrawn="1"/>
        </p:nvSpPr>
        <p:spPr>
          <a:xfrm rot="5400000">
            <a:off x="8746601"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16" name="Flowchart: Delay 15">
            <a:extLst>
              <a:ext uri="{FF2B5EF4-FFF2-40B4-BE49-F238E27FC236}">
                <a16:creationId xmlns:a16="http://schemas.microsoft.com/office/drawing/2014/main" id="{454FD496-54DA-4199-AAC6-66A65DE445AA}"/>
              </a:ext>
            </a:extLst>
          </p:cNvPr>
          <p:cNvSpPr/>
          <p:nvPr userDrawn="1"/>
        </p:nvSpPr>
        <p:spPr>
          <a:xfrm rot="5400000">
            <a:off x="4601765"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7" name="Flowchart: Delay 16">
            <a:extLst>
              <a:ext uri="{FF2B5EF4-FFF2-40B4-BE49-F238E27FC236}">
                <a16:creationId xmlns:a16="http://schemas.microsoft.com/office/drawing/2014/main" id="{2EEE0A17-3A41-451F-A395-9A5EFCF47621}"/>
              </a:ext>
            </a:extLst>
          </p:cNvPr>
          <p:cNvSpPr/>
          <p:nvPr userDrawn="1"/>
        </p:nvSpPr>
        <p:spPr>
          <a:xfrm rot="5400000">
            <a:off x="456930"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32" name="Text Placeholder 5">
            <a:extLst>
              <a:ext uri="{FF2B5EF4-FFF2-40B4-BE49-F238E27FC236}">
                <a16:creationId xmlns:a16="http://schemas.microsoft.com/office/drawing/2014/main" id="{F2373825-CB96-426B-8496-7664CEBF187C}"/>
              </a:ext>
            </a:extLst>
          </p:cNvPr>
          <p:cNvSpPr>
            <a:spLocks noGrp="1"/>
          </p:cNvSpPr>
          <p:nvPr>
            <p:ph type="body" sz="quarter" idx="10" hasCustomPrompt="1"/>
          </p:nvPr>
        </p:nvSpPr>
        <p:spPr>
          <a:xfrm>
            <a:off x="456094" y="2167167"/>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3" name="Text Placeholder 5">
            <a:extLst>
              <a:ext uri="{FF2B5EF4-FFF2-40B4-BE49-F238E27FC236}">
                <a16:creationId xmlns:a16="http://schemas.microsoft.com/office/drawing/2014/main" id="{44CC8692-0B4D-44DA-A5AE-4030ACC897F1}"/>
              </a:ext>
            </a:extLst>
          </p:cNvPr>
          <p:cNvSpPr>
            <a:spLocks noGrp="1"/>
          </p:cNvSpPr>
          <p:nvPr>
            <p:ph type="body" sz="quarter" idx="11" hasCustomPrompt="1"/>
          </p:nvPr>
        </p:nvSpPr>
        <p:spPr>
          <a:xfrm>
            <a:off x="456094" y="2742552"/>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6" name="Text Placeholder 5">
            <a:extLst>
              <a:ext uri="{FF2B5EF4-FFF2-40B4-BE49-F238E27FC236}">
                <a16:creationId xmlns:a16="http://schemas.microsoft.com/office/drawing/2014/main" id="{36B6870B-E95A-4DA8-A4F8-26627F73F067}"/>
              </a:ext>
            </a:extLst>
          </p:cNvPr>
          <p:cNvSpPr>
            <a:spLocks noGrp="1"/>
          </p:cNvSpPr>
          <p:nvPr>
            <p:ph type="body" sz="quarter" idx="12" hasCustomPrompt="1"/>
          </p:nvPr>
        </p:nvSpPr>
        <p:spPr>
          <a:xfrm>
            <a:off x="4600930" y="2164442"/>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7" name="Text Placeholder 5">
            <a:extLst>
              <a:ext uri="{FF2B5EF4-FFF2-40B4-BE49-F238E27FC236}">
                <a16:creationId xmlns:a16="http://schemas.microsoft.com/office/drawing/2014/main" id="{E8AF5EBD-23A4-412B-829C-75793DD198C4}"/>
              </a:ext>
            </a:extLst>
          </p:cNvPr>
          <p:cNvSpPr>
            <a:spLocks noGrp="1"/>
          </p:cNvSpPr>
          <p:nvPr>
            <p:ph type="body" sz="quarter" idx="13" hasCustomPrompt="1"/>
          </p:nvPr>
        </p:nvSpPr>
        <p:spPr>
          <a:xfrm>
            <a:off x="4600930" y="2745926"/>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8760628" y="2164442"/>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8760628" y="2739827"/>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Tree>
    <p:extLst>
      <p:ext uri="{BB962C8B-B14F-4D97-AF65-F5344CB8AC3E}">
        <p14:creationId xmlns:p14="http://schemas.microsoft.com/office/powerpoint/2010/main" val="3795891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ur U shape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EC67FC4-C5D0-4ADC-A8C9-51C79B62F523}"/>
              </a:ext>
            </a:extLst>
          </p:cNvPr>
          <p:cNvSpPr/>
          <p:nvPr userDrawn="1"/>
        </p:nvSpPr>
        <p:spPr>
          <a:xfrm>
            <a:off x="0" y="2146300"/>
            <a:ext cx="12192000" cy="4711700"/>
          </a:xfrm>
          <a:prstGeom prst="rect">
            <a:avLst/>
          </a:prstGeom>
          <a:solidFill>
            <a:srgbClr val="00A19A"/>
          </a:solidFill>
          <a:ln w="12700" cap="flat" cmpd="sng" algn="ctr">
            <a:no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85A5"/>
              </a:solidFill>
              <a:effectLst/>
              <a:uLnTx/>
              <a:uFillTx/>
              <a:latin typeface="Calibri" panose="020F0502020204030204"/>
              <a:ea typeface="+mn-ea"/>
              <a:cs typeface="+mn-cs"/>
            </a:endParaRPr>
          </a:p>
        </p:txBody>
      </p:sp>
      <p:sp>
        <p:nvSpPr>
          <p:cNvPr id="24" name="Flowchart: Delay 23">
            <a:extLst>
              <a:ext uri="{FF2B5EF4-FFF2-40B4-BE49-F238E27FC236}">
                <a16:creationId xmlns:a16="http://schemas.microsoft.com/office/drawing/2014/main" id="{DC0B3E49-B356-4739-9034-50E9CEC709E2}"/>
              </a:ext>
            </a:extLst>
          </p:cNvPr>
          <p:cNvSpPr/>
          <p:nvPr userDrawn="1"/>
        </p:nvSpPr>
        <p:spPr>
          <a:xfrm rot="5400000">
            <a:off x="6517452" y="1985993"/>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pic>
        <p:nvPicPr>
          <p:cNvPr id="31" name="Picture 30">
            <a:extLst>
              <a:ext uri="{FF2B5EF4-FFF2-40B4-BE49-F238E27FC236}">
                <a16:creationId xmlns:a16="http://schemas.microsoft.com/office/drawing/2014/main" id="{DA448D43-F6D4-4189-BBDC-53888D5AAE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943163" y="750749"/>
            <a:ext cx="1807605" cy="527241"/>
          </a:xfrm>
          <a:prstGeom prst="rect">
            <a:avLst/>
          </a:prstGeom>
        </p:spPr>
      </p:pic>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16" name="Flowchart: Delay 15">
            <a:extLst>
              <a:ext uri="{FF2B5EF4-FFF2-40B4-BE49-F238E27FC236}">
                <a16:creationId xmlns:a16="http://schemas.microsoft.com/office/drawing/2014/main" id="{454FD496-54DA-4199-AAC6-66A65DE445AA}"/>
              </a:ext>
            </a:extLst>
          </p:cNvPr>
          <p:cNvSpPr/>
          <p:nvPr userDrawn="1"/>
        </p:nvSpPr>
        <p:spPr>
          <a:xfrm rot="5400000">
            <a:off x="3566925" y="2004139"/>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7" name="Flowchart: Delay 16">
            <a:extLst>
              <a:ext uri="{FF2B5EF4-FFF2-40B4-BE49-F238E27FC236}">
                <a16:creationId xmlns:a16="http://schemas.microsoft.com/office/drawing/2014/main" id="{2EEE0A17-3A41-451F-A395-9A5EFCF47621}"/>
              </a:ext>
            </a:extLst>
          </p:cNvPr>
          <p:cNvSpPr/>
          <p:nvPr userDrawn="1"/>
        </p:nvSpPr>
        <p:spPr>
          <a:xfrm rot="5400000">
            <a:off x="489168" y="2004139"/>
            <a:ext cx="2106346" cy="2426956"/>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4" name="Flowchart: Delay 13">
            <a:extLst>
              <a:ext uri="{FF2B5EF4-FFF2-40B4-BE49-F238E27FC236}">
                <a16:creationId xmlns:a16="http://schemas.microsoft.com/office/drawing/2014/main" id="{A96B9533-2492-474A-8F8E-2B7DB44FB3C9}"/>
              </a:ext>
            </a:extLst>
          </p:cNvPr>
          <p:cNvSpPr/>
          <p:nvPr userDrawn="1"/>
        </p:nvSpPr>
        <p:spPr>
          <a:xfrm rot="5400000">
            <a:off x="9543965" y="2004139"/>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9467124"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9487051"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15" name="Text Placeholder 5">
            <a:extLst>
              <a:ext uri="{FF2B5EF4-FFF2-40B4-BE49-F238E27FC236}">
                <a16:creationId xmlns:a16="http://schemas.microsoft.com/office/drawing/2014/main" id="{26A48FFB-74C0-4F14-A9CA-61518820A8C3}"/>
              </a:ext>
            </a:extLst>
          </p:cNvPr>
          <p:cNvSpPr>
            <a:spLocks noGrp="1"/>
          </p:cNvSpPr>
          <p:nvPr>
            <p:ph type="body" sz="quarter" idx="16" hasCustomPrompt="1"/>
          </p:nvPr>
        </p:nvSpPr>
        <p:spPr>
          <a:xfrm>
            <a:off x="6433132"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18" name="Text Placeholder 5">
            <a:extLst>
              <a:ext uri="{FF2B5EF4-FFF2-40B4-BE49-F238E27FC236}">
                <a16:creationId xmlns:a16="http://schemas.microsoft.com/office/drawing/2014/main" id="{E33E1632-58E6-4E54-882D-21A335D4A38C}"/>
              </a:ext>
            </a:extLst>
          </p:cNvPr>
          <p:cNvSpPr>
            <a:spLocks noGrp="1"/>
          </p:cNvSpPr>
          <p:nvPr>
            <p:ph type="body" sz="quarter" idx="17" hasCustomPrompt="1"/>
          </p:nvPr>
        </p:nvSpPr>
        <p:spPr>
          <a:xfrm>
            <a:off x="6453059"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19" name="Text Placeholder 5">
            <a:extLst>
              <a:ext uri="{FF2B5EF4-FFF2-40B4-BE49-F238E27FC236}">
                <a16:creationId xmlns:a16="http://schemas.microsoft.com/office/drawing/2014/main" id="{D0D64113-B1DC-47E6-83DD-9AF945602EFE}"/>
              </a:ext>
            </a:extLst>
          </p:cNvPr>
          <p:cNvSpPr>
            <a:spLocks noGrp="1"/>
          </p:cNvSpPr>
          <p:nvPr>
            <p:ph type="body" sz="quarter" idx="18" hasCustomPrompt="1"/>
          </p:nvPr>
        </p:nvSpPr>
        <p:spPr>
          <a:xfrm>
            <a:off x="3522079"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20" name="Text Placeholder 5">
            <a:extLst>
              <a:ext uri="{FF2B5EF4-FFF2-40B4-BE49-F238E27FC236}">
                <a16:creationId xmlns:a16="http://schemas.microsoft.com/office/drawing/2014/main" id="{C0EE6394-CAF7-43E7-BCA9-C54E44FB10CC}"/>
              </a:ext>
            </a:extLst>
          </p:cNvPr>
          <p:cNvSpPr>
            <a:spLocks noGrp="1"/>
          </p:cNvSpPr>
          <p:nvPr>
            <p:ph type="body" sz="quarter" idx="19" hasCustomPrompt="1"/>
          </p:nvPr>
        </p:nvSpPr>
        <p:spPr>
          <a:xfrm>
            <a:off x="3542006"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22" name="Text Placeholder 5">
            <a:extLst>
              <a:ext uri="{FF2B5EF4-FFF2-40B4-BE49-F238E27FC236}">
                <a16:creationId xmlns:a16="http://schemas.microsoft.com/office/drawing/2014/main" id="{55EEB46E-41F4-4586-B4A5-010399555F94}"/>
              </a:ext>
            </a:extLst>
          </p:cNvPr>
          <p:cNvSpPr>
            <a:spLocks noGrp="1"/>
          </p:cNvSpPr>
          <p:nvPr>
            <p:ph type="body" sz="quarter" idx="20" hasCustomPrompt="1"/>
          </p:nvPr>
        </p:nvSpPr>
        <p:spPr>
          <a:xfrm>
            <a:off x="396754"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23" name="Text Placeholder 5">
            <a:extLst>
              <a:ext uri="{FF2B5EF4-FFF2-40B4-BE49-F238E27FC236}">
                <a16:creationId xmlns:a16="http://schemas.microsoft.com/office/drawing/2014/main" id="{6235E8B4-1E7D-4065-AE29-1EE0BD428A6E}"/>
              </a:ext>
            </a:extLst>
          </p:cNvPr>
          <p:cNvSpPr>
            <a:spLocks noGrp="1"/>
          </p:cNvSpPr>
          <p:nvPr>
            <p:ph type="body" sz="quarter" idx="21" hasCustomPrompt="1"/>
          </p:nvPr>
        </p:nvSpPr>
        <p:spPr>
          <a:xfrm>
            <a:off x="416681"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 name="Text Placeholder 2">
            <a:extLst>
              <a:ext uri="{FF2B5EF4-FFF2-40B4-BE49-F238E27FC236}">
                <a16:creationId xmlns:a16="http://schemas.microsoft.com/office/drawing/2014/main" id="{5A0F2717-D45E-44F6-8041-688D23B4FC80}"/>
              </a:ext>
            </a:extLst>
          </p:cNvPr>
          <p:cNvSpPr>
            <a:spLocks noGrp="1"/>
          </p:cNvSpPr>
          <p:nvPr>
            <p:ph type="body" sz="quarter" idx="22" hasCustomPrompt="1"/>
          </p:nvPr>
        </p:nvSpPr>
        <p:spPr>
          <a:xfrm>
            <a:off x="328613" y="4518025"/>
            <a:ext cx="11482387" cy="1989138"/>
          </a:xfrm>
        </p:spPr>
        <p:txBody>
          <a:bodyPr/>
          <a:lstStyle>
            <a:lvl1pPr marL="0" indent="0">
              <a:buFontTx/>
              <a:buNone/>
              <a:defRPr>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03274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our U shapes">
    <p:spTree>
      <p:nvGrpSpPr>
        <p:cNvPr id="1" name=""/>
        <p:cNvGrpSpPr/>
        <p:nvPr/>
      </p:nvGrpSpPr>
      <p:grpSpPr>
        <a:xfrm>
          <a:off x="0" y="0"/>
          <a:ext cx="0" cy="0"/>
          <a:chOff x="0" y="0"/>
          <a:chExt cx="0" cy="0"/>
        </a:xfrm>
      </p:grpSpPr>
      <p:sp>
        <p:nvSpPr>
          <p:cNvPr id="24" name="Flowchart: Delay 23">
            <a:extLst>
              <a:ext uri="{FF2B5EF4-FFF2-40B4-BE49-F238E27FC236}">
                <a16:creationId xmlns:a16="http://schemas.microsoft.com/office/drawing/2014/main" id="{DC0B3E49-B356-4739-9034-50E9CEC709E2}"/>
              </a:ext>
            </a:extLst>
          </p:cNvPr>
          <p:cNvSpPr/>
          <p:nvPr userDrawn="1"/>
        </p:nvSpPr>
        <p:spPr>
          <a:xfrm rot="5400000">
            <a:off x="6517452" y="1985993"/>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16" name="Flowchart: Delay 15">
            <a:extLst>
              <a:ext uri="{FF2B5EF4-FFF2-40B4-BE49-F238E27FC236}">
                <a16:creationId xmlns:a16="http://schemas.microsoft.com/office/drawing/2014/main" id="{454FD496-54DA-4199-AAC6-66A65DE445AA}"/>
              </a:ext>
            </a:extLst>
          </p:cNvPr>
          <p:cNvSpPr/>
          <p:nvPr userDrawn="1"/>
        </p:nvSpPr>
        <p:spPr>
          <a:xfrm rot="5400000">
            <a:off x="3566925" y="2004139"/>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7" name="Flowchart: Delay 16">
            <a:extLst>
              <a:ext uri="{FF2B5EF4-FFF2-40B4-BE49-F238E27FC236}">
                <a16:creationId xmlns:a16="http://schemas.microsoft.com/office/drawing/2014/main" id="{2EEE0A17-3A41-451F-A395-9A5EFCF47621}"/>
              </a:ext>
            </a:extLst>
          </p:cNvPr>
          <p:cNvSpPr/>
          <p:nvPr userDrawn="1"/>
        </p:nvSpPr>
        <p:spPr>
          <a:xfrm rot="5400000">
            <a:off x="489168" y="2004139"/>
            <a:ext cx="2106346" cy="2426956"/>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4" name="Flowchart: Delay 13">
            <a:extLst>
              <a:ext uri="{FF2B5EF4-FFF2-40B4-BE49-F238E27FC236}">
                <a16:creationId xmlns:a16="http://schemas.microsoft.com/office/drawing/2014/main" id="{A96B9533-2492-474A-8F8E-2B7DB44FB3C9}"/>
              </a:ext>
            </a:extLst>
          </p:cNvPr>
          <p:cNvSpPr/>
          <p:nvPr userDrawn="1"/>
        </p:nvSpPr>
        <p:spPr>
          <a:xfrm rot="5400000">
            <a:off x="9543965" y="2004139"/>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9467124"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9487051"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15" name="Text Placeholder 5">
            <a:extLst>
              <a:ext uri="{FF2B5EF4-FFF2-40B4-BE49-F238E27FC236}">
                <a16:creationId xmlns:a16="http://schemas.microsoft.com/office/drawing/2014/main" id="{26A48FFB-74C0-4F14-A9CA-61518820A8C3}"/>
              </a:ext>
            </a:extLst>
          </p:cNvPr>
          <p:cNvSpPr>
            <a:spLocks noGrp="1"/>
          </p:cNvSpPr>
          <p:nvPr>
            <p:ph type="body" sz="quarter" idx="16" hasCustomPrompt="1"/>
          </p:nvPr>
        </p:nvSpPr>
        <p:spPr>
          <a:xfrm>
            <a:off x="6433132"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18" name="Text Placeholder 5">
            <a:extLst>
              <a:ext uri="{FF2B5EF4-FFF2-40B4-BE49-F238E27FC236}">
                <a16:creationId xmlns:a16="http://schemas.microsoft.com/office/drawing/2014/main" id="{E33E1632-58E6-4E54-882D-21A335D4A38C}"/>
              </a:ext>
            </a:extLst>
          </p:cNvPr>
          <p:cNvSpPr>
            <a:spLocks noGrp="1"/>
          </p:cNvSpPr>
          <p:nvPr>
            <p:ph type="body" sz="quarter" idx="17" hasCustomPrompt="1"/>
          </p:nvPr>
        </p:nvSpPr>
        <p:spPr>
          <a:xfrm>
            <a:off x="6453059"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19" name="Text Placeholder 5">
            <a:extLst>
              <a:ext uri="{FF2B5EF4-FFF2-40B4-BE49-F238E27FC236}">
                <a16:creationId xmlns:a16="http://schemas.microsoft.com/office/drawing/2014/main" id="{D0D64113-B1DC-47E6-83DD-9AF945602EFE}"/>
              </a:ext>
            </a:extLst>
          </p:cNvPr>
          <p:cNvSpPr>
            <a:spLocks noGrp="1"/>
          </p:cNvSpPr>
          <p:nvPr>
            <p:ph type="body" sz="quarter" idx="18" hasCustomPrompt="1"/>
          </p:nvPr>
        </p:nvSpPr>
        <p:spPr>
          <a:xfrm>
            <a:off x="3522079"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20" name="Text Placeholder 5">
            <a:extLst>
              <a:ext uri="{FF2B5EF4-FFF2-40B4-BE49-F238E27FC236}">
                <a16:creationId xmlns:a16="http://schemas.microsoft.com/office/drawing/2014/main" id="{C0EE6394-CAF7-43E7-BCA9-C54E44FB10CC}"/>
              </a:ext>
            </a:extLst>
          </p:cNvPr>
          <p:cNvSpPr>
            <a:spLocks noGrp="1"/>
          </p:cNvSpPr>
          <p:nvPr>
            <p:ph type="body" sz="quarter" idx="19" hasCustomPrompt="1"/>
          </p:nvPr>
        </p:nvSpPr>
        <p:spPr>
          <a:xfrm>
            <a:off x="3542006"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22" name="Text Placeholder 5">
            <a:extLst>
              <a:ext uri="{FF2B5EF4-FFF2-40B4-BE49-F238E27FC236}">
                <a16:creationId xmlns:a16="http://schemas.microsoft.com/office/drawing/2014/main" id="{55EEB46E-41F4-4586-B4A5-010399555F94}"/>
              </a:ext>
            </a:extLst>
          </p:cNvPr>
          <p:cNvSpPr>
            <a:spLocks noGrp="1"/>
          </p:cNvSpPr>
          <p:nvPr>
            <p:ph type="body" sz="quarter" idx="20" hasCustomPrompt="1"/>
          </p:nvPr>
        </p:nvSpPr>
        <p:spPr>
          <a:xfrm>
            <a:off x="396754"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23" name="Text Placeholder 5">
            <a:extLst>
              <a:ext uri="{FF2B5EF4-FFF2-40B4-BE49-F238E27FC236}">
                <a16:creationId xmlns:a16="http://schemas.microsoft.com/office/drawing/2014/main" id="{6235E8B4-1E7D-4065-AE29-1EE0BD428A6E}"/>
              </a:ext>
            </a:extLst>
          </p:cNvPr>
          <p:cNvSpPr>
            <a:spLocks noGrp="1"/>
          </p:cNvSpPr>
          <p:nvPr>
            <p:ph type="body" sz="quarter" idx="21" hasCustomPrompt="1"/>
          </p:nvPr>
        </p:nvSpPr>
        <p:spPr>
          <a:xfrm>
            <a:off x="416681"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 name="Text Placeholder 2">
            <a:extLst>
              <a:ext uri="{FF2B5EF4-FFF2-40B4-BE49-F238E27FC236}">
                <a16:creationId xmlns:a16="http://schemas.microsoft.com/office/drawing/2014/main" id="{5A0F2717-D45E-44F6-8041-688D23B4FC80}"/>
              </a:ext>
            </a:extLst>
          </p:cNvPr>
          <p:cNvSpPr>
            <a:spLocks noGrp="1"/>
          </p:cNvSpPr>
          <p:nvPr>
            <p:ph type="body" sz="quarter" idx="22" hasCustomPrompt="1"/>
          </p:nvPr>
        </p:nvSpPr>
        <p:spPr>
          <a:xfrm>
            <a:off x="328613" y="4518025"/>
            <a:ext cx="11482387" cy="1989138"/>
          </a:xfrm>
        </p:spPr>
        <p:txBody>
          <a:bodyPr/>
          <a:lstStyle>
            <a:lvl1pPr marL="0" indent="0">
              <a:buFontTx/>
              <a:buNone/>
              <a:defRPr>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563872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chieveing a goal">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B916B62F-E266-4F4E-9915-FF25285DB186}"/>
              </a:ext>
            </a:extLst>
          </p:cNvPr>
          <p:cNvSpPr/>
          <p:nvPr userDrawn="1"/>
        </p:nvSpPr>
        <p:spPr>
          <a:xfrm>
            <a:off x="5310470" y="1421969"/>
            <a:ext cx="1631572" cy="1664558"/>
          </a:xfrm>
          <a:prstGeom prst="rect">
            <a:avLst/>
          </a:prstGeom>
          <a:solidFill>
            <a:srgbClr val="EC660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90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Trebuchet MS" panose="020B0603020202020204" pitchFamily="34" charset="0"/>
              <a:ea typeface="+mn-ea"/>
              <a:cs typeface="+mn-cs"/>
            </a:endParaRPr>
          </a:p>
        </p:txBody>
      </p:sp>
      <p:sp>
        <p:nvSpPr>
          <p:cNvPr id="36" name="Rectangle 35">
            <a:extLst>
              <a:ext uri="{FF2B5EF4-FFF2-40B4-BE49-F238E27FC236}">
                <a16:creationId xmlns:a16="http://schemas.microsoft.com/office/drawing/2014/main" id="{32D30E2D-44C1-40C3-86A5-3410ECB0B513}"/>
              </a:ext>
            </a:extLst>
          </p:cNvPr>
          <p:cNvSpPr/>
          <p:nvPr userDrawn="1"/>
        </p:nvSpPr>
        <p:spPr>
          <a:xfrm>
            <a:off x="299330" y="430879"/>
            <a:ext cx="11593340" cy="854257"/>
          </a:xfrm>
          <a:prstGeom prst="rect">
            <a:avLst/>
          </a:prstGeom>
          <a:solidFill>
            <a:srgbClr val="491A6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Gotham Bold" pitchFamily="50" charset="0"/>
              <a:ea typeface="+mn-ea"/>
              <a:cs typeface="+mn-cs"/>
            </a:endParaRPr>
          </a:p>
        </p:txBody>
      </p:sp>
      <p:sp>
        <p:nvSpPr>
          <p:cNvPr id="37" name="Rectangle 36">
            <a:extLst>
              <a:ext uri="{FF2B5EF4-FFF2-40B4-BE49-F238E27FC236}">
                <a16:creationId xmlns:a16="http://schemas.microsoft.com/office/drawing/2014/main" id="{576B9DD9-1B6A-4F9F-AA3E-D816AD0D4364}"/>
              </a:ext>
            </a:extLst>
          </p:cNvPr>
          <p:cNvSpPr/>
          <p:nvPr userDrawn="1"/>
        </p:nvSpPr>
        <p:spPr>
          <a:xfrm>
            <a:off x="304346" y="3192332"/>
            <a:ext cx="3795690" cy="1733481"/>
          </a:xfrm>
          <a:prstGeom prst="rect">
            <a:avLst/>
          </a:prstGeom>
          <a:solidFill>
            <a:srgbClr val="00A19A"/>
          </a:solidFill>
          <a:ln w="12700" cap="flat" cmpd="sng" algn="ctr">
            <a:noFill/>
            <a:prstDash val="solid"/>
            <a:miter lim="800000"/>
          </a:ln>
          <a:effectLst/>
        </p:spPr>
        <p:txBody>
          <a:bodyPr tIns="72000" rtlCol="0" anchor="ctr" anchorCtr="0"/>
          <a:lstStyle/>
          <a:p>
            <a:pPr marL="0" marR="0" lvl="0" indent="0" algn="ctr" defTabSz="914400" eaLnBrk="1" fontAlgn="auto" latinLnBrk="0" hangingPunct="1">
              <a:lnSpc>
                <a:spcPct val="114000"/>
              </a:lnSpc>
              <a:spcBef>
                <a:spcPts val="0"/>
              </a:spcBef>
              <a:spcAft>
                <a:spcPts val="0"/>
              </a:spcAft>
              <a:buClrTx/>
              <a:buSzTx/>
              <a:buFontTx/>
              <a:buNone/>
              <a:tabLst/>
              <a:defRPr/>
            </a:pPr>
            <a:endParaRPr kumimoji="0" lang="en-GB" sz="1800" b="1" i="0" u="none" strike="noStrike" kern="0" cap="none" spc="0" normalizeH="0" baseline="0" noProof="0" dirty="0">
              <a:ln>
                <a:noFill/>
              </a:ln>
              <a:solidFill>
                <a:srgbClr val="491A66"/>
              </a:solidFill>
              <a:effectLst/>
              <a:uLnTx/>
              <a:uFillTx/>
              <a:latin typeface="+mn-lt"/>
              <a:ea typeface="+mn-ea"/>
              <a:cs typeface="+mn-cs"/>
            </a:endParaRPr>
          </a:p>
        </p:txBody>
      </p:sp>
      <p:sp>
        <p:nvSpPr>
          <p:cNvPr id="38" name="Rectangle 37">
            <a:extLst>
              <a:ext uri="{FF2B5EF4-FFF2-40B4-BE49-F238E27FC236}">
                <a16:creationId xmlns:a16="http://schemas.microsoft.com/office/drawing/2014/main" id="{612E48D3-9A6B-46D7-87CF-E66AE0805101}"/>
              </a:ext>
            </a:extLst>
          </p:cNvPr>
          <p:cNvSpPr/>
          <p:nvPr userDrawn="1"/>
        </p:nvSpPr>
        <p:spPr>
          <a:xfrm>
            <a:off x="4207848" y="3208872"/>
            <a:ext cx="3795690" cy="1737354"/>
          </a:xfrm>
          <a:prstGeom prst="rect">
            <a:avLst/>
          </a:prstGeom>
          <a:solidFill>
            <a:srgbClr val="00A19A"/>
          </a:solidFill>
          <a:ln w="12700" cap="flat" cmpd="sng" algn="ctr">
            <a:noFill/>
            <a:prstDash val="solid"/>
            <a:miter lim="800000"/>
          </a:ln>
          <a:effectLst/>
        </p:spPr>
        <p:txBody>
          <a:bodyPr tIns="72000" rtlCol="0" anchor="ctr" anchorCtr="0"/>
          <a:lstStyle/>
          <a:p>
            <a:pPr marL="0" marR="0" lvl="0" indent="0" algn="ctr" defTabSz="914400" eaLnBrk="1" fontAlgn="auto" latinLnBrk="0" hangingPunct="1">
              <a:lnSpc>
                <a:spcPct val="114000"/>
              </a:lnSpc>
              <a:spcBef>
                <a:spcPts val="0"/>
              </a:spcBef>
              <a:spcAft>
                <a:spcPts val="0"/>
              </a:spcAft>
              <a:buClrTx/>
              <a:buSzTx/>
              <a:buFontTx/>
              <a:buNone/>
              <a:tabLst/>
              <a:defRPr/>
            </a:pPr>
            <a:endParaRPr kumimoji="0" lang="en-GB" sz="1800" b="1" i="0" u="none" strike="noStrike" kern="0" cap="none" spc="0" normalizeH="0" baseline="0" noProof="0" dirty="0">
              <a:ln>
                <a:noFill/>
              </a:ln>
              <a:solidFill>
                <a:srgbClr val="491A66"/>
              </a:solidFill>
              <a:effectLst/>
              <a:uLnTx/>
              <a:uFillTx/>
              <a:latin typeface="+mn-lt"/>
              <a:ea typeface="+mn-ea"/>
              <a:cs typeface="+mn-cs"/>
            </a:endParaRPr>
          </a:p>
        </p:txBody>
      </p:sp>
      <p:sp>
        <p:nvSpPr>
          <p:cNvPr id="39" name="Rectangle 38">
            <a:extLst>
              <a:ext uri="{FF2B5EF4-FFF2-40B4-BE49-F238E27FC236}">
                <a16:creationId xmlns:a16="http://schemas.microsoft.com/office/drawing/2014/main" id="{0C629942-9644-4427-85F1-6502ACE9798D}"/>
              </a:ext>
            </a:extLst>
          </p:cNvPr>
          <p:cNvSpPr/>
          <p:nvPr userDrawn="1"/>
        </p:nvSpPr>
        <p:spPr>
          <a:xfrm>
            <a:off x="8111350" y="3205792"/>
            <a:ext cx="3795690" cy="1735350"/>
          </a:xfrm>
          <a:prstGeom prst="rect">
            <a:avLst/>
          </a:prstGeom>
          <a:solidFill>
            <a:srgbClr val="00A19A"/>
          </a:solidFill>
          <a:ln w="12700" cap="flat" cmpd="sng" algn="ctr">
            <a:noFill/>
            <a:prstDash val="solid"/>
            <a:miter lim="800000"/>
          </a:ln>
          <a:effectLst/>
        </p:spPr>
        <p:txBody>
          <a:bodyPr lIns="72000" tIns="72000" rIns="72000" rtlCol="0" anchor="ctr" anchorCtr="0"/>
          <a:lstStyle/>
          <a:p>
            <a:pPr marL="0" marR="0" lvl="0" indent="0" algn="ctr" defTabSz="914400" eaLnBrk="1" fontAlgn="auto" latinLnBrk="0" hangingPunct="1">
              <a:lnSpc>
                <a:spcPct val="114000"/>
              </a:lnSpc>
              <a:spcBef>
                <a:spcPts val="0"/>
              </a:spcBef>
              <a:spcAft>
                <a:spcPts val="0"/>
              </a:spcAft>
              <a:buClrTx/>
              <a:buSzTx/>
              <a:buFontTx/>
              <a:buNone/>
              <a:tabLst/>
              <a:defRPr/>
            </a:pPr>
            <a:endParaRPr kumimoji="0" lang="en-GB" sz="1800" b="1" i="0" u="none" strike="noStrike" kern="0" cap="none" spc="0" normalizeH="0" baseline="0" noProof="0" dirty="0">
              <a:ln>
                <a:noFill/>
              </a:ln>
              <a:solidFill>
                <a:srgbClr val="491A66"/>
              </a:solidFill>
              <a:effectLst/>
              <a:uLnTx/>
              <a:uFillTx/>
              <a:latin typeface="+mn-lt"/>
              <a:ea typeface="+mn-ea"/>
              <a:cs typeface="+mn-cs"/>
            </a:endParaRPr>
          </a:p>
        </p:txBody>
      </p:sp>
      <p:sp>
        <p:nvSpPr>
          <p:cNvPr id="40" name="Rectangle 39">
            <a:extLst>
              <a:ext uri="{FF2B5EF4-FFF2-40B4-BE49-F238E27FC236}">
                <a16:creationId xmlns:a16="http://schemas.microsoft.com/office/drawing/2014/main" id="{9D37EDFC-5875-4DC3-A044-2158CE585AE4}"/>
              </a:ext>
            </a:extLst>
          </p:cNvPr>
          <p:cNvSpPr/>
          <p:nvPr userDrawn="1"/>
        </p:nvSpPr>
        <p:spPr>
          <a:xfrm>
            <a:off x="283637" y="5067099"/>
            <a:ext cx="11609034" cy="854277"/>
          </a:xfrm>
          <a:prstGeom prst="rect">
            <a:avLst/>
          </a:prstGeom>
          <a:solidFill>
            <a:srgbClr val="491A6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GB" sz="2000" b="1"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41" name="Rectangle 40">
            <a:extLst>
              <a:ext uri="{FF2B5EF4-FFF2-40B4-BE49-F238E27FC236}">
                <a16:creationId xmlns:a16="http://schemas.microsoft.com/office/drawing/2014/main" id="{CE15DDDE-D10E-4AE1-A95B-66499CE8174D}"/>
              </a:ext>
            </a:extLst>
          </p:cNvPr>
          <p:cNvSpPr/>
          <p:nvPr userDrawn="1"/>
        </p:nvSpPr>
        <p:spPr>
          <a:xfrm>
            <a:off x="274890" y="1421969"/>
            <a:ext cx="5166908" cy="1664558"/>
          </a:xfrm>
          <a:prstGeom prst="rect">
            <a:avLst/>
          </a:prstGeom>
          <a:solidFill>
            <a:srgbClr val="EC660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90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mn-lt"/>
              <a:ea typeface="+mn-ea"/>
              <a:cs typeface="+mn-cs"/>
            </a:endParaRPr>
          </a:p>
        </p:txBody>
      </p:sp>
      <p:sp>
        <p:nvSpPr>
          <p:cNvPr id="42" name="Rectangle 41">
            <a:extLst>
              <a:ext uri="{FF2B5EF4-FFF2-40B4-BE49-F238E27FC236}">
                <a16:creationId xmlns:a16="http://schemas.microsoft.com/office/drawing/2014/main" id="{557D46F0-F2F2-4C10-88E6-22B41754FB70}"/>
              </a:ext>
            </a:extLst>
          </p:cNvPr>
          <p:cNvSpPr/>
          <p:nvPr userDrawn="1"/>
        </p:nvSpPr>
        <p:spPr>
          <a:xfrm>
            <a:off x="6740132" y="1423422"/>
            <a:ext cx="5166908" cy="1664558"/>
          </a:xfrm>
          <a:prstGeom prst="rect">
            <a:avLst/>
          </a:prstGeom>
          <a:solidFill>
            <a:srgbClr val="EC660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90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mn-lt"/>
              <a:ea typeface="+mn-ea"/>
              <a:cs typeface="+mn-cs"/>
            </a:endParaRPr>
          </a:p>
        </p:txBody>
      </p:sp>
      <p:sp>
        <p:nvSpPr>
          <p:cNvPr id="44" name="Plus Sign 43">
            <a:extLst>
              <a:ext uri="{FF2B5EF4-FFF2-40B4-BE49-F238E27FC236}">
                <a16:creationId xmlns:a16="http://schemas.microsoft.com/office/drawing/2014/main" id="{1A908DBD-37AA-423E-9412-FA30F81B7BF8}"/>
              </a:ext>
            </a:extLst>
          </p:cNvPr>
          <p:cNvSpPr>
            <a:spLocks/>
          </p:cNvSpPr>
          <p:nvPr userDrawn="1"/>
        </p:nvSpPr>
        <p:spPr>
          <a:xfrm>
            <a:off x="5573125" y="1680477"/>
            <a:ext cx="1106263" cy="1147542"/>
          </a:xfrm>
          <a:prstGeom prst="mathPlus">
            <a:avLst/>
          </a:prstGeom>
          <a:solidFill>
            <a:srgbClr val="00A19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D5403010-B631-40A9-8135-8AF01DAF6004}"/>
              </a:ext>
            </a:extLst>
          </p:cNvPr>
          <p:cNvSpPr>
            <a:spLocks noGrp="1"/>
          </p:cNvSpPr>
          <p:nvPr>
            <p:ph type="body" sz="quarter" idx="10" hasCustomPrompt="1"/>
          </p:nvPr>
        </p:nvSpPr>
        <p:spPr>
          <a:xfrm>
            <a:off x="541206" y="484991"/>
            <a:ext cx="11109589" cy="678470"/>
          </a:xfrm>
        </p:spPr>
        <p:txBody>
          <a:bodyPr>
            <a:noAutofit/>
          </a:bodyPr>
          <a:lstStyle>
            <a:lvl1pPr marL="0" indent="0" algn="ctr">
              <a:buNone/>
              <a:defRPr sz="4400">
                <a:solidFill>
                  <a:schemeClr val="bg1"/>
                </a:solidFill>
                <a:latin typeface="+mj-lt"/>
              </a:defRPr>
            </a:lvl1pPr>
          </a:lstStyle>
          <a:p>
            <a:pPr lvl="0"/>
            <a:r>
              <a:rPr lang="en-US" dirty="0"/>
              <a:t>Title</a:t>
            </a:r>
          </a:p>
        </p:txBody>
      </p:sp>
      <p:sp>
        <p:nvSpPr>
          <p:cNvPr id="5" name="Text Placeholder 4">
            <a:extLst>
              <a:ext uri="{FF2B5EF4-FFF2-40B4-BE49-F238E27FC236}">
                <a16:creationId xmlns:a16="http://schemas.microsoft.com/office/drawing/2014/main" id="{A33AF609-F9DC-456D-ADB5-8EA9E965C4F6}"/>
              </a:ext>
            </a:extLst>
          </p:cNvPr>
          <p:cNvSpPr>
            <a:spLocks noGrp="1"/>
          </p:cNvSpPr>
          <p:nvPr>
            <p:ph type="body" sz="quarter" idx="11" hasCustomPrompt="1"/>
          </p:nvPr>
        </p:nvSpPr>
        <p:spPr>
          <a:xfrm>
            <a:off x="6782521" y="1631240"/>
            <a:ext cx="4625975" cy="1146175"/>
          </a:xfrm>
        </p:spPr>
        <p:txBody>
          <a:bodyPr anchor="ctr">
            <a:normAutofit/>
          </a:bodyPr>
          <a:lstStyle>
            <a:lvl1pPr marL="0" indent="0" algn="ctr">
              <a:buNone/>
              <a:defRPr sz="3600">
                <a:solidFill>
                  <a:srgbClr val="491A66"/>
                </a:solidFill>
                <a:latin typeface="+mj-lt"/>
              </a:defRPr>
            </a:lvl1pPr>
          </a:lstStyle>
          <a:p>
            <a:pPr lvl="0"/>
            <a:r>
              <a:rPr lang="en-US" dirty="0"/>
              <a:t>Text</a:t>
            </a:r>
            <a:endParaRPr lang="en-GB" dirty="0"/>
          </a:p>
        </p:txBody>
      </p:sp>
      <p:sp>
        <p:nvSpPr>
          <p:cNvPr id="15" name="Text Placeholder 4">
            <a:extLst>
              <a:ext uri="{FF2B5EF4-FFF2-40B4-BE49-F238E27FC236}">
                <a16:creationId xmlns:a16="http://schemas.microsoft.com/office/drawing/2014/main" id="{A4292DF8-77F3-495C-94B6-0F773F5D8220}"/>
              </a:ext>
            </a:extLst>
          </p:cNvPr>
          <p:cNvSpPr>
            <a:spLocks noGrp="1"/>
          </p:cNvSpPr>
          <p:nvPr>
            <p:ph type="body" sz="quarter" idx="12" hasCustomPrompt="1"/>
          </p:nvPr>
        </p:nvSpPr>
        <p:spPr>
          <a:xfrm>
            <a:off x="706885" y="1645499"/>
            <a:ext cx="4625975" cy="1146175"/>
          </a:xfrm>
        </p:spPr>
        <p:txBody>
          <a:bodyPr anchor="ctr">
            <a:normAutofit/>
          </a:bodyPr>
          <a:lstStyle>
            <a:lvl1pPr marL="0" indent="0" algn="ctr">
              <a:buNone/>
              <a:defRPr sz="3600">
                <a:solidFill>
                  <a:srgbClr val="491A66"/>
                </a:solidFill>
                <a:latin typeface="+mj-lt"/>
              </a:defRPr>
            </a:lvl1pPr>
          </a:lstStyle>
          <a:p>
            <a:pPr lvl="0"/>
            <a:r>
              <a:rPr lang="en-US" dirty="0"/>
              <a:t>Text</a:t>
            </a:r>
            <a:endParaRPr lang="en-GB" dirty="0"/>
          </a:p>
        </p:txBody>
      </p:sp>
      <p:sp>
        <p:nvSpPr>
          <p:cNvPr id="7" name="Text Placeholder 6">
            <a:extLst>
              <a:ext uri="{FF2B5EF4-FFF2-40B4-BE49-F238E27FC236}">
                <a16:creationId xmlns:a16="http://schemas.microsoft.com/office/drawing/2014/main" id="{909FF254-4CDB-4CE7-9CED-F304795EA052}"/>
              </a:ext>
            </a:extLst>
          </p:cNvPr>
          <p:cNvSpPr>
            <a:spLocks noGrp="1"/>
          </p:cNvSpPr>
          <p:nvPr>
            <p:ph type="body" sz="quarter" idx="13" hasCustomPrompt="1"/>
          </p:nvPr>
        </p:nvSpPr>
        <p:spPr>
          <a:xfrm>
            <a:off x="448695" y="3343099"/>
            <a:ext cx="3506993" cy="1460736"/>
          </a:xfrm>
        </p:spPr>
        <p:txBody>
          <a:bodyPr anchor="ctr"/>
          <a:lstStyle>
            <a:lvl1pPr marL="0" indent="0" algn="ctr">
              <a:buNone/>
              <a:defRPr sz="2000">
                <a:solidFill>
                  <a:schemeClr val="bg1"/>
                </a:solidFill>
              </a:defRPr>
            </a:lvl1pPr>
            <a:lvl2pPr marL="457200" indent="0">
              <a:buNone/>
              <a:defRPr/>
            </a:lvl2pPr>
          </a:lstStyle>
          <a:p>
            <a:pPr lvl="0"/>
            <a:r>
              <a:rPr lang="en-US" dirty="0"/>
              <a:t>Text</a:t>
            </a:r>
          </a:p>
        </p:txBody>
      </p:sp>
      <p:sp>
        <p:nvSpPr>
          <p:cNvPr id="18" name="Text Placeholder 6">
            <a:extLst>
              <a:ext uri="{FF2B5EF4-FFF2-40B4-BE49-F238E27FC236}">
                <a16:creationId xmlns:a16="http://schemas.microsoft.com/office/drawing/2014/main" id="{6BA03FD8-0A50-4C9C-8390-7BB7B9A01941}"/>
              </a:ext>
            </a:extLst>
          </p:cNvPr>
          <p:cNvSpPr>
            <a:spLocks noGrp="1"/>
          </p:cNvSpPr>
          <p:nvPr>
            <p:ph type="body" sz="quarter" idx="14" hasCustomPrompt="1"/>
          </p:nvPr>
        </p:nvSpPr>
        <p:spPr>
          <a:xfrm>
            <a:off x="4372759" y="3343099"/>
            <a:ext cx="3506993" cy="1460736"/>
          </a:xfrm>
        </p:spPr>
        <p:txBody>
          <a:bodyPr anchor="ctr"/>
          <a:lstStyle>
            <a:lvl1pPr marL="0" indent="0" algn="ctr">
              <a:buNone/>
              <a:defRPr sz="2000">
                <a:solidFill>
                  <a:schemeClr val="bg1"/>
                </a:solidFill>
              </a:defRPr>
            </a:lvl1pPr>
            <a:lvl2pPr marL="457200" indent="0">
              <a:buNone/>
              <a:defRPr/>
            </a:lvl2pPr>
          </a:lstStyle>
          <a:p>
            <a:pPr lvl="0"/>
            <a:r>
              <a:rPr lang="en-US" dirty="0"/>
              <a:t>Text</a:t>
            </a:r>
          </a:p>
        </p:txBody>
      </p:sp>
      <p:sp>
        <p:nvSpPr>
          <p:cNvPr id="19" name="Text Placeholder 6">
            <a:extLst>
              <a:ext uri="{FF2B5EF4-FFF2-40B4-BE49-F238E27FC236}">
                <a16:creationId xmlns:a16="http://schemas.microsoft.com/office/drawing/2014/main" id="{45C95AB8-2590-415A-A4EB-59CB57FC6750}"/>
              </a:ext>
            </a:extLst>
          </p:cNvPr>
          <p:cNvSpPr>
            <a:spLocks noGrp="1"/>
          </p:cNvSpPr>
          <p:nvPr>
            <p:ph type="body" sz="quarter" idx="15" hasCustomPrompt="1"/>
          </p:nvPr>
        </p:nvSpPr>
        <p:spPr>
          <a:xfrm>
            <a:off x="8255698" y="3343099"/>
            <a:ext cx="3506993" cy="1460736"/>
          </a:xfrm>
        </p:spPr>
        <p:txBody>
          <a:bodyPr anchor="ctr"/>
          <a:lstStyle>
            <a:lvl1pPr marL="0" indent="0" algn="ctr">
              <a:buNone/>
              <a:defRPr sz="2000">
                <a:solidFill>
                  <a:schemeClr val="bg1"/>
                </a:solidFill>
              </a:defRPr>
            </a:lvl1pPr>
            <a:lvl2pPr marL="457200" indent="0">
              <a:buNone/>
              <a:defRPr/>
            </a:lvl2pPr>
          </a:lstStyle>
          <a:p>
            <a:pPr lvl="0"/>
            <a:r>
              <a:rPr lang="en-US" dirty="0"/>
              <a:t>Text</a:t>
            </a:r>
          </a:p>
        </p:txBody>
      </p:sp>
      <p:sp>
        <p:nvSpPr>
          <p:cNvPr id="10" name="Text Placeholder 9">
            <a:extLst>
              <a:ext uri="{FF2B5EF4-FFF2-40B4-BE49-F238E27FC236}">
                <a16:creationId xmlns:a16="http://schemas.microsoft.com/office/drawing/2014/main" id="{0489B6DD-9A72-42C0-8F2E-56E4B8FCBD44}"/>
              </a:ext>
            </a:extLst>
          </p:cNvPr>
          <p:cNvSpPr>
            <a:spLocks noGrp="1"/>
          </p:cNvSpPr>
          <p:nvPr>
            <p:ph type="body" sz="quarter" idx="16" hasCustomPrompt="1"/>
          </p:nvPr>
        </p:nvSpPr>
        <p:spPr>
          <a:xfrm>
            <a:off x="729097" y="5226760"/>
            <a:ext cx="10794316" cy="451503"/>
          </a:xfrm>
        </p:spPr>
        <p:txBody>
          <a:bodyPr/>
          <a:lstStyle>
            <a:lvl1pPr marL="0" indent="0" algn="ctr">
              <a:buNone/>
              <a:defRPr>
                <a:solidFill>
                  <a:srgbClr val="F37023"/>
                </a:solidFill>
                <a:latin typeface="+mj-lt"/>
              </a:defRPr>
            </a:lvl1pPr>
          </a:lstStyle>
          <a:p>
            <a:pPr lvl="0"/>
            <a:r>
              <a:rPr lang="en-US" dirty="0"/>
              <a:t>GOAL</a:t>
            </a:r>
          </a:p>
        </p:txBody>
      </p:sp>
    </p:spTree>
    <p:extLst>
      <p:ext uri="{BB962C8B-B14F-4D97-AF65-F5344CB8AC3E}">
        <p14:creationId xmlns:p14="http://schemas.microsoft.com/office/powerpoint/2010/main" val="328178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opy">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F33C9B83-9D4A-444C-9CD5-D795BEF3623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37304" y="6036990"/>
            <a:ext cx="1807605" cy="527241"/>
          </a:xfrm>
          <a:prstGeom prst="rect">
            <a:avLst/>
          </a:prstGeom>
        </p:spPr>
      </p:pic>
      <p:sp>
        <p:nvSpPr>
          <p:cNvPr id="3" name="Picture Placeholder 2">
            <a:extLst>
              <a:ext uri="{FF2B5EF4-FFF2-40B4-BE49-F238E27FC236}">
                <a16:creationId xmlns:a16="http://schemas.microsoft.com/office/drawing/2014/main" id="{68FC4DD1-4B6C-43B2-A588-57DCD46F707B}"/>
              </a:ext>
            </a:extLst>
          </p:cNvPr>
          <p:cNvSpPr>
            <a:spLocks noGrp="1"/>
          </p:cNvSpPr>
          <p:nvPr>
            <p:ph type="pic" sz="quarter" idx="10"/>
          </p:nvPr>
        </p:nvSpPr>
        <p:spPr>
          <a:xfrm>
            <a:off x="6382926" y="171451"/>
            <a:ext cx="5658262" cy="6392780"/>
          </a:xfrm>
        </p:spPr>
        <p:txBody>
          <a:bodyPr/>
          <a:lstStyle/>
          <a:p>
            <a:r>
              <a:rPr lang="en-US"/>
              <a:t>Click icon to add picture</a:t>
            </a:r>
            <a:endParaRPr lang="en-GB" dirty="0"/>
          </a:p>
        </p:txBody>
      </p:sp>
      <p:sp>
        <p:nvSpPr>
          <p:cNvPr id="5" name="Text Placeholder 4">
            <a:extLst>
              <a:ext uri="{FF2B5EF4-FFF2-40B4-BE49-F238E27FC236}">
                <a16:creationId xmlns:a16="http://schemas.microsoft.com/office/drawing/2014/main" id="{EC490F74-EF23-40F0-91FA-0918A5AFA27E}"/>
              </a:ext>
            </a:extLst>
          </p:cNvPr>
          <p:cNvSpPr>
            <a:spLocks noGrp="1"/>
          </p:cNvSpPr>
          <p:nvPr>
            <p:ph type="body" sz="quarter" idx="11" hasCustomPrompt="1"/>
          </p:nvPr>
        </p:nvSpPr>
        <p:spPr>
          <a:xfrm>
            <a:off x="9542033" y="4300858"/>
            <a:ext cx="2499155" cy="1646238"/>
          </a:xfrm>
          <a:solidFill>
            <a:schemeClr val="bg1"/>
          </a:solidFill>
          <a:ln>
            <a:noFill/>
          </a:ln>
        </p:spPr>
        <p:txBody>
          <a:bodyPr/>
          <a:lstStyle>
            <a:lvl1pPr>
              <a:defRPr sz="1400" b="1">
                <a:solidFill>
                  <a:srgbClr val="F37023"/>
                </a:solidFill>
              </a:defRPr>
            </a:lvl1pPr>
            <a:lvl2pPr>
              <a:defRPr sz="1400" b="1"/>
            </a:lvl2pPr>
          </a:lstStyle>
          <a:p>
            <a:pPr lvl="0"/>
            <a:r>
              <a:rPr lang="en-US" dirty="0"/>
              <a:t>“Quote”</a:t>
            </a:r>
          </a:p>
          <a:p>
            <a:pPr lvl="1"/>
            <a:r>
              <a:rPr lang="en-US" dirty="0"/>
              <a:t>Name, </a:t>
            </a:r>
            <a:r>
              <a:rPr lang="en-US" dirty="0" err="1"/>
              <a:t>Organisation</a:t>
            </a:r>
            <a:endParaRPr lang="en-US" dirty="0"/>
          </a:p>
        </p:txBody>
      </p:sp>
      <p:sp>
        <p:nvSpPr>
          <p:cNvPr id="8" name="Title 7">
            <a:extLst>
              <a:ext uri="{FF2B5EF4-FFF2-40B4-BE49-F238E27FC236}">
                <a16:creationId xmlns:a16="http://schemas.microsoft.com/office/drawing/2014/main" id="{ED6B26F5-4892-4C93-92C7-E27C2F0D0D18}"/>
              </a:ext>
            </a:extLst>
          </p:cNvPr>
          <p:cNvSpPr>
            <a:spLocks noGrp="1"/>
          </p:cNvSpPr>
          <p:nvPr>
            <p:ph type="title" hasCustomPrompt="1"/>
          </p:nvPr>
        </p:nvSpPr>
        <p:spPr>
          <a:xfrm>
            <a:off x="437304" y="365125"/>
            <a:ext cx="5658696" cy="1325563"/>
          </a:xfrm>
        </p:spPr>
        <p:txBody>
          <a:bodyPr/>
          <a:lstStyle>
            <a:lvl1pPr>
              <a:defRPr/>
            </a:lvl1pPr>
          </a:lstStyle>
          <a:p>
            <a:r>
              <a:rPr lang="en-US" dirty="0"/>
              <a:t>Title</a:t>
            </a:r>
            <a:endParaRPr lang="en-GB" dirty="0"/>
          </a:p>
        </p:txBody>
      </p:sp>
      <p:sp>
        <p:nvSpPr>
          <p:cNvPr id="10" name="Content Placeholder 9">
            <a:extLst>
              <a:ext uri="{FF2B5EF4-FFF2-40B4-BE49-F238E27FC236}">
                <a16:creationId xmlns:a16="http://schemas.microsoft.com/office/drawing/2014/main" id="{0ED570A8-B1D4-4755-BA2F-234F97979AC7}"/>
              </a:ext>
            </a:extLst>
          </p:cNvPr>
          <p:cNvSpPr>
            <a:spLocks noGrp="1"/>
          </p:cNvSpPr>
          <p:nvPr>
            <p:ph sz="quarter" idx="12"/>
          </p:nvPr>
        </p:nvSpPr>
        <p:spPr>
          <a:xfrm>
            <a:off x="436563" y="1933575"/>
            <a:ext cx="5659437" cy="4013200"/>
          </a:xfrm>
        </p:spPr>
        <p:txBody>
          <a:bodyPr/>
          <a:lstStyle>
            <a:lvl1pPr marL="228600" indent="-228600">
              <a:buFontTx/>
              <a:buBlip>
                <a:blip r:embed="rId3"/>
              </a:buBlip>
              <a:defRPr/>
            </a:lvl1pPr>
            <a:lvl2pPr marL="685800" indent="-228600">
              <a:buFontTx/>
              <a:buBlip>
                <a:blip r:embed="rId3"/>
              </a:buBlip>
              <a:defRPr/>
            </a:lvl2pPr>
            <a:lvl3pPr marL="1143000" indent="-228600">
              <a:buFontTx/>
              <a:buBlip>
                <a:blip r:embed="rId3"/>
              </a:buBlip>
              <a:defRPr/>
            </a:lvl3pPr>
            <a:lvl4pPr marL="1600200" indent="-228600">
              <a:buFontTx/>
              <a:buBlip>
                <a:blip r:embed="rId3"/>
              </a:buBlip>
              <a:defRPr/>
            </a:lvl4pPr>
            <a:lvl5pPr marL="2057400" indent="-228600">
              <a:buFontTx/>
              <a:buBlip>
                <a:blip r:embed="rId3"/>
              </a:buBlip>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8238810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Picture with copy">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8FC4DD1-4B6C-43B2-A588-57DCD46F707B}"/>
              </a:ext>
            </a:extLst>
          </p:cNvPr>
          <p:cNvSpPr>
            <a:spLocks noGrp="1"/>
          </p:cNvSpPr>
          <p:nvPr>
            <p:ph type="pic" sz="quarter" idx="10"/>
          </p:nvPr>
        </p:nvSpPr>
        <p:spPr>
          <a:xfrm>
            <a:off x="315613" y="232610"/>
            <a:ext cx="5658262" cy="6392780"/>
          </a:xfrm>
        </p:spPr>
        <p:txBody>
          <a:bodyPr/>
          <a:lstStyle/>
          <a:p>
            <a:r>
              <a:rPr lang="en-US"/>
              <a:t>Click icon to add picture</a:t>
            </a:r>
            <a:endParaRPr lang="en-GB" dirty="0"/>
          </a:p>
        </p:txBody>
      </p:sp>
      <p:sp>
        <p:nvSpPr>
          <p:cNvPr id="5" name="Text Placeholder 4">
            <a:extLst>
              <a:ext uri="{FF2B5EF4-FFF2-40B4-BE49-F238E27FC236}">
                <a16:creationId xmlns:a16="http://schemas.microsoft.com/office/drawing/2014/main" id="{EC490F74-EF23-40F0-91FA-0918A5AFA27E}"/>
              </a:ext>
            </a:extLst>
          </p:cNvPr>
          <p:cNvSpPr>
            <a:spLocks noGrp="1"/>
          </p:cNvSpPr>
          <p:nvPr>
            <p:ph type="body" sz="quarter" idx="11" hasCustomPrompt="1"/>
          </p:nvPr>
        </p:nvSpPr>
        <p:spPr>
          <a:xfrm>
            <a:off x="3474720" y="4447757"/>
            <a:ext cx="2499155" cy="1646238"/>
          </a:xfrm>
          <a:solidFill>
            <a:schemeClr val="bg1"/>
          </a:solidFill>
          <a:ln>
            <a:noFill/>
          </a:ln>
        </p:spPr>
        <p:txBody>
          <a:bodyPr/>
          <a:lstStyle>
            <a:lvl1pPr>
              <a:defRPr sz="1400" b="1">
                <a:solidFill>
                  <a:srgbClr val="F37023"/>
                </a:solidFill>
              </a:defRPr>
            </a:lvl1pPr>
            <a:lvl2pPr>
              <a:defRPr sz="1400" b="1"/>
            </a:lvl2pPr>
          </a:lstStyle>
          <a:p>
            <a:pPr lvl="0"/>
            <a:r>
              <a:rPr lang="en-US" dirty="0"/>
              <a:t>“Quote”</a:t>
            </a:r>
          </a:p>
          <a:p>
            <a:pPr lvl="1"/>
            <a:r>
              <a:rPr lang="en-US" dirty="0"/>
              <a:t>Name, </a:t>
            </a:r>
            <a:r>
              <a:rPr lang="en-US" dirty="0" err="1"/>
              <a:t>Organisation</a:t>
            </a:r>
            <a:endParaRPr lang="en-US" dirty="0"/>
          </a:p>
        </p:txBody>
      </p:sp>
      <p:sp>
        <p:nvSpPr>
          <p:cNvPr id="8" name="Title 7">
            <a:extLst>
              <a:ext uri="{FF2B5EF4-FFF2-40B4-BE49-F238E27FC236}">
                <a16:creationId xmlns:a16="http://schemas.microsoft.com/office/drawing/2014/main" id="{ED6B26F5-4892-4C93-92C7-E27C2F0D0D18}"/>
              </a:ext>
            </a:extLst>
          </p:cNvPr>
          <p:cNvSpPr>
            <a:spLocks noGrp="1"/>
          </p:cNvSpPr>
          <p:nvPr>
            <p:ph type="title" hasCustomPrompt="1"/>
          </p:nvPr>
        </p:nvSpPr>
        <p:spPr>
          <a:xfrm>
            <a:off x="6382926" y="241073"/>
            <a:ext cx="5658696" cy="1325563"/>
          </a:xfrm>
        </p:spPr>
        <p:txBody>
          <a:bodyPr/>
          <a:lstStyle>
            <a:lvl1pPr>
              <a:defRPr/>
            </a:lvl1pPr>
          </a:lstStyle>
          <a:p>
            <a:r>
              <a:rPr lang="en-US" dirty="0"/>
              <a:t>Title</a:t>
            </a:r>
            <a:endParaRPr lang="en-GB" dirty="0"/>
          </a:p>
        </p:txBody>
      </p:sp>
      <p:sp>
        <p:nvSpPr>
          <p:cNvPr id="10" name="Content Placeholder 9">
            <a:extLst>
              <a:ext uri="{FF2B5EF4-FFF2-40B4-BE49-F238E27FC236}">
                <a16:creationId xmlns:a16="http://schemas.microsoft.com/office/drawing/2014/main" id="{0ED570A8-B1D4-4755-BA2F-234F97979AC7}"/>
              </a:ext>
            </a:extLst>
          </p:cNvPr>
          <p:cNvSpPr>
            <a:spLocks noGrp="1"/>
          </p:cNvSpPr>
          <p:nvPr>
            <p:ph sz="quarter" idx="12"/>
          </p:nvPr>
        </p:nvSpPr>
        <p:spPr>
          <a:xfrm>
            <a:off x="6382185" y="1801095"/>
            <a:ext cx="5659437" cy="4201671"/>
          </a:xfrm>
        </p:spPr>
        <p:txBody>
          <a:bodyPr/>
          <a:lstStyle>
            <a:lvl1pPr marL="228600" indent="-228600">
              <a:buFontTx/>
              <a:buBlip>
                <a:blip r:embed="rId2"/>
              </a:buBlip>
              <a:defRPr/>
            </a:lvl1pPr>
            <a:lvl2pPr marL="685800" indent="-228600">
              <a:buFontTx/>
              <a:buBlip>
                <a:blip r:embed="rId2"/>
              </a:buBlip>
              <a:defRPr/>
            </a:lvl2pPr>
            <a:lvl3pPr marL="1143000" indent="-228600">
              <a:buFontTx/>
              <a:buBlip>
                <a:blip r:embed="rId2"/>
              </a:buBlip>
              <a:defRPr/>
            </a:lvl3pPr>
            <a:lvl4pPr marL="1600200" indent="-228600">
              <a:buFontTx/>
              <a:buBlip>
                <a:blip r:embed="rId2"/>
              </a:buBlip>
              <a:defRPr/>
            </a:lvl4pPr>
            <a:lvl5pPr marL="2057400" indent="-228600">
              <a:buFontTx/>
              <a:buBlip>
                <a:blip r:embed="rId2"/>
              </a:buBlip>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0134133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ur focus area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EC67FC4-C5D0-4ADC-A8C9-51C79B62F523}"/>
              </a:ext>
            </a:extLst>
          </p:cNvPr>
          <p:cNvSpPr/>
          <p:nvPr userDrawn="1"/>
        </p:nvSpPr>
        <p:spPr>
          <a:xfrm>
            <a:off x="0" y="4911634"/>
            <a:ext cx="12192000" cy="1946366"/>
          </a:xfrm>
          <a:prstGeom prst="rect">
            <a:avLst/>
          </a:prstGeom>
          <a:solidFill>
            <a:srgbClr val="00A19A"/>
          </a:solidFill>
          <a:ln w="12700" cap="flat" cmpd="sng" algn="ctr">
            <a:no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85A5"/>
              </a:solidFill>
              <a:effectLst/>
              <a:uLnTx/>
              <a:uFillTx/>
              <a:latin typeface="Calibri" panose="020F0502020204030204"/>
              <a:ea typeface="+mn-ea"/>
              <a:cs typeface="+mn-cs"/>
            </a:endParaRPr>
          </a:p>
        </p:txBody>
      </p:sp>
      <p:pic>
        <p:nvPicPr>
          <p:cNvPr id="31" name="Picture 30">
            <a:extLst>
              <a:ext uri="{FF2B5EF4-FFF2-40B4-BE49-F238E27FC236}">
                <a16:creationId xmlns:a16="http://schemas.microsoft.com/office/drawing/2014/main" id="{DA448D43-F6D4-4189-BBDC-53888D5AAE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943163" y="750749"/>
            <a:ext cx="1807605" cy="527241"/>
          </a:xfrm>
          <a:prstGeom prst="rect">
            <a:avLst/>
          </a:prstGeom>
        </p:spPr>
      </p:pic>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33" name="Text Placeholder 5">
            <a:extLst>
              <a:ext uri="{FF2B5EF4-FFF2-40B4-BE49-F238E27FC236}">
                <a16:creationId xmlns:a16="http://schemas.microsoft.com/office/drawing/2014/main" id="{44CC8692-0B4D-44DA-A5AE-4030ACC897F1}"/>
              </a:ext>
            </a:extLst>
          </p:cNvPr>
          <p:cNvSpPr>
            <a:spLocks noGrp="1"/>
          </p:cNvSpPr>
          <p:nvPr>
            <p:ph type="body" sz="quarter" idx="11" hasCustomPrompt="1"/>
          </p:nvPr>
        </p:nvSpPr>
        <p:spPr>
          <a:xfrm>
            <a:off x="441232" y="5020075"/>
            <a:ext cx="2990140" cy="1668108"/>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6" name="Text Placeholder 5">
            <a:extLst>
              <a:ext uri="{FF2B5EF4-FFF2-40B4-BE49-F238E27FC236}">
                <a16:creationId xmlns:a16="http://schemas.microsoft.com/office/drawing/2014/main" id="{36B6870B-E95A-4DA8-A4F8-26627F73F067}"/>
              </a:ext>
            </a:extLst>
          </p:cNvPr>
          <p:cNvSpPr>
            <a:spLocks noGrp="1"/>
          </p:cNvSpPr>
          <p:nvPr>
            <p:ph type="body" sz="quarter" idx="12" hasCustomPrompt="1"/>
          </p:nvPr>
        </p:nvSpPr>
        <p:spPr>
          <a:xfrm>
            <a:off x="4600930" y="2099073"/>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algn="ctr"/>
            <a:r>
              <a:rPr lang="en-GB" sz="2400" dirty="0">
                <a:solidFill>
                  <a:srgbClr val="EC6608"/>
                </a:solidFill>
                <a:latin typeface="Gotham Bold" pitchFamily="50" charset="0"/>
              </a:rPr>
              <a:t>Access to employment</a:t>
            </a:r>
          </a:p>
        </p:txBody>
      </p:sp>
      <p:sp>
        <p:nvSpPr>
          <p:cNvPr id="37" name="Text Placeholder 5">
            <a:extLst>
              <a:ext uri="{FF2B5EF4-FFF2-40B4-BE49-F238E27FC236}">
                <a16:creationId xmlns:a16="http://schemas.microsoft.com/office/drawing/2014/main" id="{E8AF5EBD-23A4-412B-829C-75793DD198C4}"/>
              </a:ext>
            </a:extLst>
          </p:cNvPr>
          <p:cNvSpPr>
            <a:spLocks noGrp="1"/>
          </p:cNvSpPr>
          <p:nvPr>
            <p:ph type="body" sz="quarter" idx="13" hasCustomPrompt="1"/>
          </p:nvPr>
        </p:nvSpPr>
        <p:spPr>
          <a:xfrm>
            <a:off x="4600930" y="5036511"/>
            <a:ext cx="2990140" cy="1668108"/>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8760627" y="2055839"/>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algn="ctr"/>
            <a:r>
              <a:rPr lang="en-GB" sz="2400" dirty="0">
                <a:solidFill>
                  <a:srgbClr val="EC6608"/>
                </a:solidFill>
                <a:latin typeface="Gotham Bold" pitchFamily="50" charset="0"/>
              </a:rPr>
              <a:t>Resilient Communities</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8760628" y="5036511"/>
            <a:ext cx="2990140" cy="1651672"/>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pic>
        <p:nvPicPr>
          <p:cNvPr id="14" name="Picture 13">
            <a:extLst>
              <a:ext uri="{FF2B5EF4-FFF2-40B4-BE49-F238E27FC236}">
                <a16:creationId xmlns:a16="http://schemas.microsoft.com/office/drawing/2014/main" id="{D9FFFF41-7974-4A2A-8E59-B118C62CF03E}"/>
              </a:ext>
            </a:extLst>
          </p:cNvPr>
          <p:cNvPicPr>
            <a:picLocks noChangeAspect="1"/>
          </p:cNvPicPr>
          <p:nvPr userDrawn="1"/>
        </p:nvPicPr>
        <p:blipFill>
          <a:blip r:embed="rId3"/>
          <a:stretch>
            <a:fillRect/>
          </a:stretch>
        </p:blipFill>
        <p:spPr>
          <a:xfrm>
            <a:off x="5171625" y="2860877"/>
            <a:ext cx="1848750" cy="1846196"/>
          </a:xfrm>
          <a:prstGeom prst="rect">
            <a:avLst/>
          </a:prstGeom>
        </p:spPr>
      </p:pic>
      <p:pic>
        <p:nvPicPr>
          <p:cNvPr id="15" name="Picture 14">
            <a:extLst>
              <a:ext uri="{FF2B5EF4-FFF2-40B4-BE49-F238E27FC236}">
                <a16:creationId xmlns:a16="http://schemas.microsoft.com/office/drawing/2014/main" id="{AB3204B0-888A-48E9-B178-02C77FB22956}"/>
              </a:ext>
            </a:extLst>
          </p:cNvPr>
          <p:cNvPicPr>
            <a:picLocks noChangeAspect="1"/>
          </p:cNvPicPr>
          <p:nvPr userDrawn="1"/>
        </p:nvPicPr>
        <p:blipFill>
          <a:blip r:embed="rId4"/>
          <a:stretch>
            <a:fillRect/>
          </a:stretch>
        </p:blipFill>
        <p:spPr>
          <a:xfrm>
            <a:off x="885204" y="2830126"/>
            <a:ext cx="1853846" cy="1846196"/>
          </a:xfrm>
          <a:prstGeom prst="rect">
            <a:avLst/>
          </a:prstGeom>
        </p:spPr>
      </p:pic>
      <p:pic>
        <p:nvPicPr>
          <p:cNvPr id="18" name="Picture 17">
            <a:extLst>
              <a:ext uri="{FF2B5EF4-FFF2-40B4-BE49-F238E27FC236}">
                <a16:creationId xmlns:a16="http://schemas.microsoft.com/office/drawing/2014/main" id="{F1CE2DF5-1A11-4950-A619-DAABA2C58084}"/>
              </a:ext>
            </a:extLst>
          </p:cNvPr>
          <p:cNvPicPr>
            <a:picLocks noChangeAspect="1"/>
          </p:cNvPicPr>
          <p:nvPr userDrawn="1"/>
        </p:nvPicPr>
        <p:blipFill>
          <a:blip r:embed="rId5"/>
          <a:stretch>
            <a:fillRect/>
          </a:stretch>
        </p:blipFill>
        <p:spPr>
          <a:xfrm flipH="1">
            <a:off x="9328774" y="2889945"/>
            <a:ext cx="1853847" cy="1859004"/>
          </a:xfrm>
          <a:prstGeom prst="rect">
            <a:avLst/>
          </a:prstGeom>
        </p:spPr>
      </p:pic>
      <p:sp>
        <p:nvSpPr>
          <p:cNvPr id="19" name="Text Placeholder 5">
            <a:extLst>
              <a:ext uri="{FF2B5EF4-FFF2-40B4-BE49-F238E27FC236}">
                <a16:creationId xmlns:a16="http://schemas.microsoft.com/office/drawing/2014/main" id="{41F60ACE-FE18-4991-9B6E-92E2DD851D6D}"/>
              </a:ext>
            </a:extLst>
          </p:cNvPr>
          <p:cNvSpPr>
            <a:spLocks noGrp="1"/>
          </p:cNvSpPr>
          <p:nvPr>
            <p:ph type="body" sz="quarter" idx="16" hasCustomPrompt="1"/>
          </p:nvPr>
        </p:nvSpPr>
        <p:spPr>
          <a:xfrm>
            <a:off x="317057" y="2103066"/>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algn="ctr"/>
            <a:r>
              <a:rPr lang="en-GB" sz="2400" dirty="0">
                <a:solidFill>
                  <a:srgbClr val="EC6608"/>
                </a:solidFill>
                <a:latin typeface="Gotham Bold" pitchFamily="50" charset="0"/>
              </a:rPr>
              <a:t>Solutions for an ageing society</a:t>
            </a:r>
          </a:p>
        </p:txBody>
      </p:sp>
    </p:spTree>
    <p:extLst>
      <p:ext uri="{BB962C8B-B14F-4D97-AF65-F5344CB8AC3E}">
        <p14:creationId xmlns:p14="http://schemas.microsoft.com/office/powerpoint/2010/main" val="28788035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6" name="Picture Placeholder 5"/>
          <p:cNvSpPr>
            <a:spLocks noGrp="1"/>
          </p:cNvSpPr>
          <p:nvPr>
            <p:ph type="pic" sz="quarter" idx="13" hasCustomPrompt="1"/>
          </p:nvPr>
        </p:nvSpPr>
        <p:spPr>
          <a:xfrm>
            <a:off x="2274888" y="1441450"/>
            <a:ext cx="7302500" cy="4021138"/>
          </a:xfrm>
        </p:spPr>
        <p:txBody>
          <a:bodyPr>
            <a:noAutofit/>
          </a:bodyPr>
          <a:lstStyle>
            <a:lvl1pPr marL="0" indent="0" algn="ctr">
              <a:buNone/>
              <a:defRPr sz="19900">
                <a:solidFill>
                  <a:schemeClr val="bg1">
                    <a:lumMod val="75000"/>
                  </a:schemeClr>
                </a:solidFill>
              </a:defRPr>
            </a:lvl1pPr>
          </a:lstStyle>
          <a:p>
            <a:r>
              <a:rPr lang="en-GB" dirty="0"/>
              <a:t>DRAFT</a:t>
            </a:r>
          </a:p>
        </p:txBody>
      </p:sp>
    </p:spTree>
    <p:extLst>
      <p:ext uri="{BB962C8B-B14F-4D97-AF65-F5344CB8AC3E}">
        <p14:creationId xmlns:p14="http://schemas.microsoft.com/office/powerpoint/2010/main" val="29775723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491A66"/>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3CECCCB-7472-448F-B092-773C478B208C}"/>
              </a:ext>
            </a:extLst>
          </p:cNvPr>
          <p:cNvSpPr>
            <a:spLocks noGrp="1"/>
          </p:cNvSpPr>
          <p:nvPr>
            <p:ph type="body" sz="quarter" idx="10" hasCustomPrompt="1"/>
          </p:nvPr>
        </p:nvSpPr>
        <p:spPr>
          <a:xfrm>
            <a:off x="2087563" y="1925638"/>
            <a:ext cx="8369300" cy="2871787"/>
          </a:xfrm>
        </p:spPr>
        <p:txBody>
          <a:bodyPr anchor="ctr"/>
          <a:lstStyle>
            <a:lvl1pPr marL="0" indent="0" algn="ctr">
              <a:buNone/>
              <a:defRPr sz="11500">
                <a:solidFill>
                  <a:schemeClr val="bg1"/>
                </a:solidFill>
                <a:latin typeface="Gotham Black" pitchFamily="50" charset="0"/>
              </a:defRPr>
            </a:lvl1pPr>
            <a:lvl2pPr>
              <a:defRPr>
                <a:solidFill>
                  <a:schemeClr val="bg1"/>
                </a:solidFill>
                <a:latin typeface="Gotham Black" pitchFamily="50" charset="0"/>
              </a:defRPr>
            </a:lvl2pPr>
            <a:lvl3pPr>
              <a:defRPr>
                <a:solidFill>
                  <a:schemeClr val="bg1"/>
                </a:solidFill>
                <a:latin typeface="Gotham Black" pitchFamily="50" charset="0"/>
              </a:defRPr>
            </a:lvl3pPr>
            <a:lvl4pPr>
              <a:defRPr>
                <a:solidFill>
                  <a:schemeClr val="bg1"/>
                </a:solidFill>
                <a:latin typeface="Gotham Black" pitchFamily="50" charset="0"/>
              </a:defRPr>
            </a:lvl4pPr>
            <a:lvl5pPr>
              <a:defRPr>
                <a:solidFill>
                  <a:schemeClr val="bg1"/>
                </a:solidFill>
                <a:latin typeface="Gotham Black" pitchFamily="50" charset="0"/>
              </a:defRPr>
            </a:lvl5pPr>
          </a:lstStyle>
          <a:p>
            <a:pPr lvl="0"/>
            <a:r>
              <a:rPr lang="en-GB" dirty="0"/>
              <a:t>TITLE</a:t>
            </a:r>
          </a:p>
        </p:txBody>
      </p:sp>
    </p:spTree>
    <p:extLst>
      <p:ext uri="{BB962C8B-B14F-4D97-AF65-F5344CB8AC3E}">
        <p14:creationId xmlns:p14="http://schemas.microsoft.com/office/powerpoint/2010/main" val="7230817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B6C073B-9002-45FF-8A60-D00AF5498BE3}" type="datetimeFigureOut">
              <a:rPr lang="en-GB" smtClean="0"/>
              <a:t>16/07/2020</a:t>
            </a:fld>
            <a:endParaRPr lang="en-GB"/>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541F0FB5-D502-4438-886F-18082FA237F4}" type="slidenum">
              <a:rPr lang="en-GB" smtClean="0"/>
              <a:t>‹#›</a:t>
            </a:fld>
            <a:endParaRPr lang="en-GB" dirty="0"/>
          </a:p>
        </p:txBody>
      </p:sp>
      <p:sp>
        <p:nvSpPr>
          <p:cNvPr id="11" name="Text Placeholder 10">
            <a:extLst>
              <a:ext uri="{FF2B5EF4-FFF2-40B4-BE49-F238E27FC236}">
                <a16:creationId xmlns:a16="http://schemas.microsoft.com/office/drawing/2014/main" id="{BA62217E-25DD-4960-ABE0-F9AA2F3DC9A2}"/>
              </a:ext>
            </a:extLst>
          </p:cNvPr>
          <p:cNvSpPr>
            <a:spLocks noGrp="1"/>
          </p:cNvSpPr>
          <p:nvPr>
            <p:ph type="body" sz="quarter" idx="13"/>
          </p:nvPr>
        </p:nvSpPr>
        <p:spPr>
          <a:xfrm>
            <a:off x="709062" y="2369370"/>
            <a:ext cx="10644738" cy="1912173"/>
          </a:xfrm>
        </p:spPr>
        <p:txBody>
          <a:bodyPr/>
          <a:lstStyle>
            <a:lvl1pPr marL="0" indent="0">
              <a:buNone/>
              <a:defRPr sz="4400">
                <a:solidFill>
                  <a:srgbClr val="491A66"/>
                </a:solidFill>
                <a:latin typeface="+mj-lt"/>
              </a:defRPr>
            </a:lvl1pPr>
            <a:lvl2pPr marL="457200" indent="0">
              <a:buNone/>
              <a:defRPr sz="4400">
                <a:solidFill>
                  <a:srgbClr val="F37023"/>
                </a:solidFill>
              </a:defRPr>
            </a:lvl2pPr>
          </a:lstStyle>
          <a:p>
            <a:pPr lvl="0"/>
            <a:r>
              <a:rPr lang="en-US"/>
              <a:t>Edit Master text styles</a:t>
            </a:r>
          </a:p>
          <a:p>
            <a:pPr lvl="1"/>
            <a:r>
              <a:rPr lang="en-US"/>
              <a:t>Second level</a:t>
            </a:r>
          </a:p>
        </p:txBody>
      </p:sp>
      <p:pic>
        <p:nvPicPr>
          <p:cNvPr id="14" name="Picture 13">
            <a:extLst>
              <a:ext uri="{FF2B5EF4-FFF2-40B4-BE49-F238E27FC236}">
                <a16:creationId xmlns:a16="http://schemas.microsoft.com/office/drawing/2014/main" id="{7D6A4557-7DDE-4427-A339-35D9B01A0F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23989" y="6084979"/>
            <a:ext cx="1641907" cy="477186"/>
          </a:xfrm>
          <a:prstGeom prst="rect">
            <a:avLst/>
          </a:prstGeom>
        </p:spPr>
      </p:pic>
    </p:spTree>
    <p:extLst>
      <p:ext uri="{BB962C8B-B14F-4D97-AF65-F5344CB8AC3E}">
        <p14:creationId xmlns:p14="http://schemas.microsoft.com/office/powerpoint/2010/main" val="37443922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p:bg>
      <p:bgPr>
        <a:solidFill>
          <a:srgbClr val="491A6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C6BF4-2260-497D-9E09-38C2E01E2987}"/>
              </a:ext>
            </a:extLst>
          </p:cNvPr>
          <p:cNvSpPr>
            <a:spLocks noGrp="1"/>
          </p:cNvSpPr>
          <p:nvPr>
            <p:ph type="title"/>
          </p:nvPr>
        </p:nvSpPr>
        <p:spPr>
          <a:xfrm>
            <a:off x="429300" y="341299"/>
            <a:ext cx="10515600" cy="1325563"/>
          </a:xfrm>
        </p:spPr>
        <p:txBody>
          <a:bodyPr/>
          <a:lstStyle>
            <a:lvl1pPr>
              <a:defRPr>
                <a:solidFill>
                  <a:schemeClr val="bg1"/>
                </a:solidFill>
              </a:defRPr>
            </a:lvl1pPr>
          </a:lstStyle>
          <a:p>
            <a:r>
              <a:rPr lang="en-US"/>
              <a:t>Click to edit Master title style</a:t>
            </a:r>
            <a:endParaRPr lang="en-GB" dirty="0"/>
          </a:p>
        </p:txBody>
      </p:sp>
      <p:sp>
        <p:nvSpPr>
          <p:cNvPr id="6" name="Content Placeholder 5">
            <a:extLst>
              <a:ext uri="{FF2B5EF4-FFF2-40B4-BE49-F238E27FC236}">
                <a16:creationId xmlns:a16="http://schemas.microsoft.com/office/drawing/2014/main" id="{CAC3FAB3-9996-49B2-8382-3B04639DFB3A}"/>
              </a:ext>
            </a:extLst>
          </p:cNvPr>
          <p:cNvSpPr>
            <a:spLocks noGrp="1"/>
          </p:cNvSpPr>
          <p:nvPr>
            <p:ph sz="quarter" idx="10" hasCustomPrompt="1"/>
          </p:nvPr>
        </p:nvSpPr>
        <p:spPr>
          <a:xfrm>
            <a:off x="429300" y="1968014"/>
            <a:ext cx="10515600" cy="4013238"/>
          </a:xfrm>
        </p:spPr>
        <p:txBody>
          <a:bodyPr/>
          <a:lstStyle>
            <a:lvl1pPr marL="228600" indent="-228600">
              <a:buFontTx/>
              <a:buBlip>
                <a:blip r:embed="rId2"/>
              </a:buBlip>
              <a:defRPr>
                <a:solidFill>
                  <a:schemeClr val="bg1"/>
                </a:solidFill>
              </a:defRPr>
            </a:lvl1pPr>
            <a:lvl2pPr marL="800100" indent="-342900">
              <a:buFontTx/>
              <a:buBlip>
                <a:blip r:embed="rId2"/>
              </a:buBlip>
              <a:defRPr>
                <a:solidFill>
                  <a:schemeClr val="bg1"/>
                </a:solidFill>
              </a:defRPr>
            </a:lvl2pPr>
            <a:lvl3pPr marL="1257300" indent="-342900">
              <a:buFontTx/>
              <a:buBlip>
                <a:blip r:embed="rId2"/>
              </a:buBlip>
              <a:defRPr>
                <a:solidFill>
                  <a:schemeClr val="bg1"/>
                </a:solidFill>
              </a:defRPr>
            </a:lvl3pPr>
            <a:lvl4pPr marL="1657350" indent="-285750">
              <a:buFontTx/>
              <a:buBlip>
                <a:blip r:embed="rId2"/>
              </a:buBlip>
              <a:defRPr>
                <a:solidFill>
                  <a:schemeClr val="bg1"/>
                </a:solidFill>
              </a:defRPr>
            </a:lvl4pPr>
            <a:lvl5pPr marL="2114550" indent="-285750">
              <a:buFontTx/>
              <a:buBlip>
                <a:blip r:embed="rId2"/>
              </a:buBlip>
              <a:defRPr>
                <a:solidFill>
                  <a:schemeClr val="bg1"/>
                </a:solidFill>
              </a:defRPr>
            </a:lvl5pPr>
          </a:lstStyle>
          <a:p>
            <a:pPr lvl="0"/>
            <a:r>
              <a:rPr lang="en-US" dirty="0"/>
              <a:t>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8243237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E61E-3F26-4FE3-879F-DC5A96623F6F}"/>
              </a:ext>
            </a:extLst>
          </p:cNvPr>
          <p:cNvSpPr>
            <a:spLocks noGrp="1"/>
          </p:cNvSpPr>
          <p:nvPr>
            <p:ph type="title"/>
          </p:nvPr>
        </p:nvSpPr>
        <p:spPr>
          <a:xfrm>
            <a:off x="437304" y="354368"/>
            <a:ext cx="10515600" cy="1325563"/>
          </a:xfrm>
        </p:spPr>
        <p:txBody>
          <a:bodyPr/>
          <a:lstStyle>
            <a:lvl1pPr>
              <a:defRPr>
                <a:solidFill>
                  <a:srgbClr val="491A66"/>
                </a:solidFill>
              </a:defRPr>
            </a:lvl1pPr>
          </a:lstStyle>
          <a:p>
            <a:r>
              <a:rPr lang="en-US"/>
              <a:t>Click to edit Master title style</a:t>
            </a:r>
            <a:endParaRPr lang="en-GB" dirty="0"/>
          </a:p>
        </p:txBody>
      </p:sp>
      <p:sp>
        <p:nvSpPr>
          <p:cNvPr id="12" name="Content Placeholder 5">
            <a:extLst>
              <a:ext uri="{FF2B5EF4-FFF2-40B4-BE49-F238E27FC236}">
                <a16:creationId xmlns:a16="http://schemas.microsoft.com/office/drawing/2014/main" id="{30731C49-F76A-4D7B-8FC0-9C92058A7A70}"/>
              </a:ext>
            </a:extLst>
          </p:cNvPr>
          <p:cNvSpPr>
            <a:spLocks noGrp="1"/>
          </p:cNvSpPr>
          <p:nvPr>
            <p:ph sz="quarter" idx="10" hasCustomPrompt="1"/>
          </p:nvPr>
        </p:nvSpPr>
        <p:spPr>
          <a:xfrm>
            <a:off x="429300" y="1968014"/>
            <a:ext cx="10515600" cy="4013238"/>
          </a:xfrm>
        </p:spPr>
        <p:txBody>
          <a:bodyPr/>
          <a:lstStyle>
            <a:lvl1pPr marL="228600" indent="-228600">
              <a:buFontTx/>
              <a:buBlip>
                <a:blip r:embed="rId2"/>
              </a:buBlip>
              <a:defRPr/>
            </a:lvl1pPr>
            <a:lvl2pPr marL="800100" indent="-342900">
              <a:buFontTx/>
              <a:buBlip>
                <a:blip r:embed="rId2"/>
              </a:buBlip>
              <a:defRPr/>
            </a:lvl2pPr>
            <a:lvl3pPr marL="1257300" indent="-342900">
              <a:buFontTx/>
              <a:buBlip>
                <a:blip r:embed="rId2"/>
              </a:buBlip>
              <a:defRPr/>
            </a:lvl3pPr>
            <a:lvl4pPr marL="1657350" indent="-285750">
              <a:buFontTx/>
              <a:buBlip>
                <a:blip r:embed="rId2"/>
              </a:buBlip>
              <a:defRPr/>
            </a:lvl4pPr>
            <a:lvl5pPr marL="2114550" indent="-285750">
              <a:buFontTx/>
              <a:buBlip>
                <a:blip r:embed="rId2"/>
              </a:buBlip>
              <a:defRPr/>
            </a:lvl5pPr>
          </a:lstStyle>
          <a:p>
            <a:pPr lvl="0"/>
            <a:r>
              <a:rPr lang="en-US" dirty="0"/>
              <a:t>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246780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ase study">
    <p:bg>
      <p:bgPr>
        <a:solidFill>
          <a:schemeClr val="accent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C9AFB1-1EFD-4868-86E1-7B65C6E929F1}"/>
              </a:ext>
            </a:extLst>
          </p:cNvPr>
          <p:cNvSpPr>
            <a:spLocks noGrp="1"/>
          </p:cNvSpPr>
          <p:nvPr>
            <p:ph type="title" hasCustomPrompt="1"/>
          </p:nvPr>
        </p:nvSpPr>
        <p:spPr>
          <a:xfrm>
            <a:off x="6691256" y="296890"/>
            <a:ext cx="5238276" cy="714329"/>
          </a:xfrm>
        </p:spPr>
        <p:txBody>
          <a:bodyPr/>
          <a:lstStyle>
            <a:lvl1pPr>
              <a:defRPr>
                <a:solidFill>
                  <a:schemeClr val="bg1"/>
                </a:solidFill>
              </a:defRPr>
            </a:lvl1pPr>
          </a:lstStyle>
          <a:p>
            <a:r>
              <a:rPr lang="en-US" dirty="0"/>
              <a:t>Case study title</a:t>
            </a:r>
            <a:endParaRPr lang="en-GB" dirty="0"/>
          </a:p>
        </p:txBody>
      </p:sp>
      <p:sp>
        <p:nvSpPr>
          <p:cNvPr id="8" name="Text Placeholder 7">
            <a:extLst>
              <a:ext uri="{FF2B5EF4-FFF2-40B4-BE49-F238E27FC236}">
                <a16:creationId xmlns:a16="http://schemas.microsoft.com/office/drawing/2014/main" id="{ED2568EF-5343-4C6C-AE6C-6F7A820DEEC3}"/>
              </a:ext>
            </a:extLst>
          </p:cNvPr>
          <p:cNvSpPr>
            <a:spLocks noGrp="1"/>
          </p:cNvSpPr>
          <p:nvPr>
            <p:ph type="body" sz="quarter" idx="11"/>
          </p:nvPr>
        </p:nvSpPr>
        <p:spPr>
          <a:xfrm>
            <a:off x="6765925" y="1204913"/>
            <a:ext cx="5164138" cy="4754562"/>
          </a:xfrm>
        </p:spPr>
        <p:txBody>
          <a:bodyPr/>
          <a:lstStyle>
            <a:lvl1pPr marL="228600" indent="-228600">
              <a:buFontTx/>
              <a:buBlip>
                <a:blip r:embed="rId2"/>
              </a:buBlip>
              <a:defRPr>
                <a:solidFill>
                  <a:schemeClr val="bg1"/>
                </a:solidFill>
              </a:defRPr>
            </a:lvl1pPr>
            <a:lvl2pPr marL="685800" indent="-228600">
              <a:buFontTx/>
              <a:buBlip>
                <a:blip r:embed="rId2"/>
              </a:buBlip>
              <a:defRPr>
                <a:solidFill>
                  <a:schemeClr val="bg1"/>
                </a:solidFill>
              </a:defRPr>
            </a:lvl2pPr>
            <a:lvl3pPr marL="1143000" indent="-228600">
              <a:buFontTx/>
              <a:buBlip>
                <a:blip r:embed="rId2"/>
              </a:buBlip>
              <a:defRPr>
                <a:solidFill>
                  <a:schemeClr val="bg1"/>
                </a:solidFill>
              </a:defRPr>
            </a:lvl3pPr>
            <a:lvl4pPr marL="1600200" indent="-228600">
              <a:buFontTx/>
              <a:buBlip>
                <a:blip r:embed="rId2"/>
              </a:buBlip>
              <a:defRPr>
                <a:solidFill>
                  <a:schemeClr val="bg1"/>
                </a:solidFill>
              </a:defRPr>
            </a:lvl4pPr>
            <a:lvl5pPr marL="2057400" indent="-228600">
              <a:buFontTx/>
              <a:buBlip>
                <a:blip r:embed="rId2"/>
              </a:buBlip>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464415919"/>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U shape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EC67FC4-C5D0-4ADC-A8C9-51C79B62F523}"/>
              </a:ext>
            </a:extLst>
          </p:cNvPr>
          <p:cNvSpPr/>
          <p:nvPr userDrawn="1"/>
        </p:nvSpPr>
        <p:spPr>
          <a:xfrm>
            <a:off x="0" y="2146300"/>
            <a:ext cx="12192000" cy="4711700"/>
          </a:xfrm>
          <a:prstGeom prst="rect">
            <a:avLst/>
          </a:prstGeom>
          <a:solidFill>
            <a:srgbClr val="00A19A"/>
          </a:solidFill>
          <a:ln w="12700" cap="flat" cmpd="sng" algn="ctr">
            <a:no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85A5"/>
              </a:solidFill>
              <a:effectLst/>
              <a:uLnTx/>
              <a:uFillTx/>
              <a:latin typeface="Calibri" panose="020F0502020204030204"/>
              <a:ea typeface="+mn-ea"/>
              <a:cs typeface="+mn-cs"/>
            </a:endParaRPr>
          </a:p>
        </p:txBody>
      </p:sp>
      <p:sp>
        <p:nvSpPr>
          <p:cNvPr id="24" name="Flowchart: Delay 23">
            <a:extLst>
              <a:ext uri="{FF2B5EF4-FFF2-40B4-BE49-F238E27FC236}">
                <a16:creationId xmlns:a16="http://schemas.microsoft.com/office/drawing/2014/main" id="{DC0B3E49-B356-4739-9034-50E9CEC709E2}"/>
              </a:ext>
            </a:extLst>
          </p:cNvPr>
          <p:cNvSpPr/>
          <p:nvPr userDrawn="1"/>
        </p:nvSpPr>
        <p:spPr>
          <a:xfrm rot="5400000">
            <a:off x="8746601"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pic>
        <p:nvPicPr>
          <p:cNvPr id="31" name="Picture 30">
            <a:extLst>
              <a:ext uri="{FF2B5EF4-FFF2-40B4-BE49-F238E27FC236}">
                <a16:creationId xmlns:a16="http://schemas.microsoft.com/office/drawing/2014/main" id="{DA448D43-F6D4-4189-BBDC-53888D5AAE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943163" y="750749"/>
            <a:ext cx="1807605" cy="527241"/>
          </a:xfrm>
          <a:prstGeom prst="rect">
            <a:avLst/>
          </a:prstGeom>
        </p:spPr>
      </p:pic>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16" name="Flowchart: Delay 15">
            <a:extLst>
              <a:ext uri="{FF2B5EF4-FFF2-40B4-BE49-F238E27FC236}">
                <a16:creationId xmlns:a16="http://schemas.microsoft.com/office/drawing/2014/main" id="{454FD496-54DA-4199-AAC6-66A65DE445AA}"/>
              </a:ext>
            </a:extLst>
          </p:cNvPr>
          <p:cNvSpPr/>
          <p:nvPr userDrawn="1"/>
        </p:nvSpPr>
        <p:spPr>
          <a:xfrm rot="5400000">
            <a:off x="4601765"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7" name="Flowchart: Delay 16">
            <a:extLst>
              <a:ext uri="{FF2B5EF4-FFF2-40B4-BE49-F238E27FC236}">
                <a16:creationId xmlns:a16="http://schemas.microsoft.com/office/drawing/2014/main" id="{2EEE0A17-3A41-451F-A395-9A5EFCF47621}"/>
              </a:ext>
            </a:extLst>
          </p:cNvPr>
          <p:cNvSpPr/>
          <p:nvPr userDrawn="1"/>
        </p:nvSpPr>
        <p:spPr>
          <a:xfrm rot="5400000">
            <a:off x="456930"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32" name="Text Placeholder 5">
            <a:extLst>
              <a:ext uri="{FF2B5EF4-FFF2-40B4-BE49-F238E27FC236}">
                <a16:creationId xmlns:a16="http://schemas.microsoft.com/office/drawing/2014/main" id="{F2373825-CB96-426B-8496-7664CEBF187C}"/>
              </a:ext>
            </a:extLst>
          </p:cNvPr>
          <p:cNvSpPr>
            <a:spLocks noGrp="1"/>
          </p:cNvSpPr>
          <p:nvPr>
            <p:ph type="body" sz="quarter" idx="10" hasCustomPrompt="1"/>
          </p:nvPr>
        </p:nvSpPr>
        <p:spPr>
          <a:xfrm>
            <a:off x="456094" y="2167167"/>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3" name="Text Placeholder 5">
            <a:extLst>
              <a:ext uri="{FF2B5EF4-FFF2-40B4-BE49-F238E27FC236}">
                <a16:creationId xmlns:a16="http://schemas.microsoft.com/office/drawing/2014/main" id="{44CC8692-0B4D-44DA-A5AE-4030ACC897F1}"/>
              </a:ext>
            </a:extLst>
          </p:cNvPr>
          <p:cNvSpPr>
            <a:spLocks noGrp="1"/>
          </p:cNvSpPr>
          <p:nvPr>
            <p:ph type="body" sz="quarter" idx="11" hasCustomPrompt="1"/>
          </p:nvPr>
        </p:nvSpPr>
        <p:spPr>
          <a:xfrm>
            <a:off x="456094" y="2742552"/>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6" name="Text Placeholder 5">
            <a:extLst>
              <a:ext uri="{FF2B5EF4-FFF2-40B4-BE49-F238E27FC236}">
                <a16:creationId xmlns:a16="http://schemas.microsoft.com/office/drawing/2014/main" id="{36B6870B-E95A-4DA8-A4F8-26627F73F067}"/>
              </a:ext>
            </a:extLst>
          </p:cNvPr>
          <p:cNvSpPr>
            <a:spLocks noGrp="1"/>
          </p:cNvSpPr>
          <p:nvPr>
            <p:ph type="body" sz="quarter" idx="12" hasCustomPrompt="1"/>
          </p:nvPr>
        </p:nvSpPr>
        <p:spPr>
          <a:xfrm>
            <a:off x="4600930" y="2164442"/>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7" name="Text Placeholder 5">
            <a:extLst>
              <a:ext uri="{FF2B5EF4-FFF2-40B4-BE49-F238E27FC236}">
                <a16:creationId xmlns:a16="http://schemas.microsoft.com/office/drawing/2014/main" id="{E8AF5EBD-23A4-412B-829C-75793DD198C4}"/>
              </a:ext>
            </a:extLst>
          </p:cNvPr>
          <p:cNvSpPr>
            <a:spLocks noGrp="1"/>
          </p:cNvSpPr>
          <p:nvPr>
            <p:ph type="body" sz="quarter" idx="13" hasCustomPrompt="1"/>
          </p:nvPr>
        </p:nvSpPr>
        <p:spPr>
          <a:xfrm>
            <a:off x="4600930" y="2745926"/>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8760628" y="2164442"/>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8760628" y="2739827"/>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Tree>
    <p:extLst>
      <p:ext uri="{BB962C8B-B14F-4D97-AF65-F5344CB8AC3E}">
        <p14:creationId xmlns:p14="http://schemas.microsoft.com/office/powerpoint/2010/main" val="269292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hree U shapes">
    <p:spTree>
      <p:nvGrpSpPr>
        <p:cNvPr id="1" name=""/>
        <p:cNvGrpSpPr/>
        <p:nvPr/>
      </p:nvGrpSpPr>
      <p:grpSpPr>
        <a:xfrm>
          <a:off x="0" y="0"/>
          <a:ext cx="0" cy="0"/>
          <a:chOff x="0" y="0"/>
          <a:chExt cx="0" cy="0"/>
        </a:xfrm>
      </p:grpSpPr>
      <p:sp>
        <p:nvSpPr>
          <p:cNvPr id="24" name="Flowchart: Delay 23">
            <a:extLst>
              <a:ext uri="{FF2B5EF4-FFF2-40B4-BE49-F238E27FC236}">
                <a16:creationId xmlns:a16="http://schemas.microsoft.com/office/drawing/2014/main" id="{DC0B3E49-B356-4739-9034-50E9CEC709E2}"/>
              </a:ext>
            </a:extLst>
          </p:cNvPr>
          <p:cNvSpPr/>
          <p:nvPr userDrawn="1"/>
        </p:nvSpPr>
        <p:spPr>
          <a:xfrm rot="5400000">
            <a:off x="8746601"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16" name="Flowchart: Delay 15">
            <a:extLst>
              <a:ext uri="{FF2B5EF4-FFF2-40B4-BE49-F238E27FC236}">
                <a16:creationId xmlns:a16="http://schemas.microsoft.com/office/drawing/2014/main" id="{454FD496-54DA-4199-AAC6-66A65DE445AA}"/>
              </a:ext>
            </a:extLst>
          </p:cNvPr>
          <p:cNvSpPr/>
          <p:nvPr userDrawn="1"/>
        </p:nvSpPr>
        <p:spPr>
          <a:xfrm rot="5400000">
            <a:off x="4601765"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7" name="Flowchart: Delay 16">
            <a:extLst>
              <a:ext uri="{FF2B5EF4-FFF2-40B4-BE49-F238E27FC236}">
                <a16:creationId xmlns:a16="http://schemas.microsoft.com/office/drawing/2014/main" id="{2EEE0A17-3A41-451F-A395-9A5EFCF47621}"/>
              </a:ext>
            </a:extLst>
          </p:cNvPr>
          <p:cNvSpPr/>
          <p:nvPr userDrawn="1"/>
        </p:nvSpPr>
        <p:spPr>
          <a:xfrm rot="5400000">
            <a:off x="456930"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32" name="Text Placeholder 5">
            <a:extLst>
              <a:ext uri="{FF2B5EF4-FFF2-40B4-BE49-F238E27FC236}">
                <a16:creationId xmlns:a16="http://schemas.microsoft.com/office/drawing/2014/main" id="{F2373825-CB96-426B-8496-7664CEBF187C}"/>
              </a:ext>
            </a:extLst>
          </p:cNvPr>
          <p:cNvSpPr>
            <a:spLocks noGrp="1"/>
          </p:cNvSpPr>
          <p:nvPr>
            <p:ph type="body" sz="quarter" idx="10" hasCustomPrompt="1"/>
          </p:nvPr>
        </p:nvSpPr>
        <p:spPr>
          <a:xfrm>
            <a:off x="456094" y="2167167"/>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3" name="Text Placeholder 5">
            <a:extLst>
              <a:ext uri="{FF2B5EF4-FFF2-40B4-BE49-F238E27FC236}">
                <a16:creationId xmlns:a16="http://schemas.microsoft.com/office/drawing/2014/main" id="{44CC8692-0B4D-44DA-A5AE-4030ACC897F1}"/>
              </a:ext>
            </a:extLst>
          </p:cNvPr>
          <p:cNvSpPr>
            <a:spLocks noGrp="1"/>
          </p:cNvSpPr>
          <p:nvPr>
            <p:ph type="body" sz="quarter" idx="11" hasCustomPrompt="1"/>
          </p:nvPr>
        </p:nvSpPr>
        <p:spPr>
          <a:xfrm>
            <a:off x="456094" y="2742552"/>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6" name="Text Placeholder 5">
            <a:extLst>
              <a:ext uri="{FF2B5EF4-FFF2-40B4-BE49-F238E27FC236}">
                <a16:creationId xmlns:a16="http://schemas.microsoft.com/office/drawing/2014/main" id="{36B6870B-E95A-4DA8-A4F8-26627F73F067}"/>
              </a:ext>
            </a:extLst>
          </p:cNvPr>
          <p:cNvSpPr>
            <a:spLocks noGrp="1"/>
          </p:cNvSpPr>
          <p:nvPr>
            <p:ph type="body" sz="quarter" idx="12" hasCustomPrompt="1"/>
          </p:nvPr>
        </p:nvSpPr>
        <p:spPr>
          <a:xfrm>
            <a:off x="4600930" y="2164442"/>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7" name="Text Placeholder 5">
            <a:extLst>
              <a:ext uri="{FF2B5EF4-FFF2-40B4-BE49-F238E27FC236}">
                <a16:creationId xmlns:a16="http://schemas.microsoft.com/office/drawing/2014/main" id="{E8AF5EBD-23A4-412B-829C-75793DD198C4}"/>
              </a:ext>
            </a:extLst>
          </p:cNvPr>
          <p:cNvSpPr>
            <a:spLocks noGrp="1"/>
          </p:cNvSpPr>
          <p:nvPr>
            <p:ph type="body" sz="quarter" idx="13" hasCustomPrompt="1"/>
          </p:nvPr>
        </p:nvSpPr>
        <p:spPr>
          <a:xfrm>
            <a:off x="4600930" y="2745926"/>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8760628" y="2164442"/>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8760628" y="2739827"/>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Tree>
    <p:extLst>
      <p:ext uri="{BB962C8B-B14F-4D97-AF65-F5344CB8AC3E}">
        <p14:creationId xmlns:p14="http://schemas.microsoft.com/office/powerpoint/2010/main" val="4435409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our U shape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EC67FC4-C5D0-4ADC-A8C9-51C79B62F523}"/>
              </a:ext>
            </a:extLst>
          </p:cNvPr>
          <p:cNvSpPr/>
          <p:nvPr userDrawn="1"/>
        </p:nvSpPr>
        <p:spPr>
          <a:xfrm>
            <a:off x="0" y="2146300"/>
            <a:ext cx="12192000" cy="4711700"/>
          </a:xfrm>
          <a:prstGeom prst="rect">
            <a:avLst/>
          </a:prstGeom>
          <a:solidFill>
            <a:srgbClr val="00A19A"/>
          </a:solidFill>
          <a:ln w="12700" cap="flat" cmpd="sng" algn="ctr">
            <a:no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85A5"/>
              </a:solidFill>
              <a:effectLst/>
              <a:uLnTx/>
              <a:uFillTx/>
              <a:latin typeface="Calibri" panose="020F0502020204030204"/>
              <a:ea typeface="+mn-ea"/>
              <a:cs typeface="+mn-cs"/>
            </a:endParaRPr>
          </a:p>
        </p:txBody>
      </p:sp>
      <p:sp>
        <p:nvSpPr>
          <p:cNvPr id="24" name="Flowchart: Delay 23">
            <a:extLst>
              <a:ext uri="{FF2B5EF4-FFF2-40B4-BE49-F238E27FC236}">
                <a16:creationId xmlns:a16="http://schemas.microsoft.com/office/drawing/2014/main" id="{DC0B3E49-B356-4739-9034-50E9CEC709E2}"/>
              </a:ext>
            </a:extLst>
          </p:cNvPr>
          <p:cNvSpPr/>
          <p:nvPr userDrawn="1"/>
        </p:nvSpPr>
        <p:spPr>
          <a:xfrm rot="5400000">
            <a:off x="6517452" y="1985993"/>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pic>
        <p:nvPicPr>
          <p:cNvPr id="31" name="Picture 30">
            <a:extLst>
              <a:ext uri="{FF2B5EF4-FFF2-40B4-BE49-F238E27FC236}">
                <a16:creationId xmlns:a16="http://schemas.microsoft.com/office/drawing/2014/main" id="{DA448D43-F6D4-4189-BBDC-53888D5AAE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943163" y="750749"/>
            <a:ext cx="1807605" cy="527241"/>
          </a:xfrm>
          <a:prstGeom prst="rect">
            <a:avLst/>
          </a:prstGeom>
        </p:spPr>
      </p:pic>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16" name="Flowchart: Delay 15">
            <a:extLst>
              <a:ext uri="{FF2B5EF4-FFF2-40B4-BE49-F238E27FC236}">
                <a16:creationId xmlns:a16="http://schemas.microsoft.com/office/drawing/2014/main" id="{454FD496-54DA-4199-AAC6-66A65DE445AA}"/>
              </a:ext>
            </a:extLst>
          </p:cNvPr>
          <p:cNvSpPr/>
          <p:nvPr userDrawn="1"/>
        </p:nvSpPr>
        <p:spPr>
          <a:xfrm rot="5400000">
            <a:off x="3566925" y="2004139"/>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7" name="Flowchart: Delay 16">
            <a:extLst>
              <a:ext uri="{FF2B5EF4-FFF2-40B4-BE49-F238E27FC236}">
                <a16:creationId xmlns:a16="http://schemas.microsoft.com/office/drawing/2014/main" id="{2EEE0A17-3A41-451F-A395-9A5EFCF47621}"/>
              </a:ext>
            </a:extLst>
          </p:cNvPr>
          <p:cNvSpPr/>
          <p:nvPr userDrawn="1"/>
        </p:nvSpPr>
        <p:spPr>
          <a:xfrm rot="5400000">
            <a:off x="489168" y="2004139"/>
            <a:ext cx="2106346" cy="2426956"/>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4" name="Flowchart: Delay 13">
            <a:extLst>
              <a:ext uri="{FF2B5EF4-FFF2-40B4-BE49-F238E27FC236}">
                <a16:creationId xmlns:a16="http://schemas.microsoft.com/office/drawing/2014/main" id="{A96B9533-2492-474A-8F8E-2B7DB44FB3C9}"/>
              </a:ext>
            </a:extLst>
          </p:cNvPr>
          <p:cNvSpPr/>
          <p:nvPr userDrawn="1"/>
        </p:nvSpPr>
        <p:spPr>
          <a:xfrm rot="5400000">
            <a:off x="9543965" y="2004139"/>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9467124"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9487051"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15" name="Text Placeholder 5">
            <a:extLst>
              <a:ext uri="{FF2B5EF4-FFF2-40B4-BE49-F238E27FC236}">
                <a16:creationId xmlns:a16="http://schemas.microsoft.com/office/drawing/2014/main" id="{26A48FFB-74C0-4F14-A9CA-61518820A8C3}"/>
              </a:ext>
            </a:extLst>
          </p:cNvPr>
          <p:cNvSpPr>
            <a:spLocks noGrp="1"/>
          </p:cNvSpPr>
          <p:nvPr>
            <p:ph type="body" sz="quarter" idx="16" hasCustomPrompt="1"/>
          </p:nvPr>
        </p:nvSpPr>
        <p:spPr>
          <a:xfrm>
            <a:off x="6433132"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18" name="Text Placeholder 5">
            <a:extLst>
              <a:ext uri="{FF2B5EF4-FFF2-40B4-BE49-F238E27FC236}">
                <a16:creationId xmlns:a16="http://schemas.microsoft.com/office/drawing/2014/main" id="{E33E1632-58E6-4E54-882D-21A335D4A38C}"/>
              </a:ext>
            </a:extLst>
          </p:cNvPr>
          <p:cNvSpPr>
            <a:spLocks noGrp="1"/>
          </p:cNvSpPr>
          <p:nvPr>
            <p:ph type="body" sz="quarter" idx="17" hasCustomPrompt="1"/>
          </p:nvPr>
        </p:nvSpPr>
        <p:spPr>
          <a:xfrm>
            <a:off x="6453059"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19" name="Text Placeholder 5">
            <a:extLst>
              <a:ext uri="{FF2B5EF4-FFF2-40B4-BE49-F238E27FC236}">
                <a16:creationId xmlns:a16="http://schemas.microsoft.com/office/drawing/2014/main" id="{D0D64113-B1DC-47E6-83DD-9AF945602EFE}"/>
              </a:ext>
            </a:extLst>
          </p:cNvPr>
          <p:cNvSpPr>
            <a:spLocks noGrp="1"/>
          </p:cNvSpPr>
          <p:nvPr>
            <p:ph type="body" sz="quarter" idx="18" hasCustomPrompt="1"/>
          </p:nvPr>
        </p:nvSpPr>
        <p:spPr>
          <a:xfrm>
            <a:off x="3522079"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20" name="Text Placeholder 5">
            <a:extLst>
              <a:ext uri="{FF2B5EF4-FFF2-40B4-BE49-F238E27FC236}">
                <a16:creationId xmlns:a16="http://schemas.microsoft.com/office/drawing/2014/main" id="{C0EE6394-CAF7-43E7-BCA9-C54E44FB10CC}"/>
              </a:ext>
            </a:extLst>
          </p:cNvPr>
          <p:cNvSpPr>
            <a:spLocks noGrp="1"/>
          </p:cNvSpPr>
          <p:nvPr>
            <p:ph type="body" sz="quarter" idx="19" hasCustomPrompt="1"/>
          </p:nvPr>
        </p:nvSpPr>
        <p:spPr>
          <a:xfrm>
            <a:off x="3542006"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22" name="Text Placeholder 5">
            <a:extLst>
              <a:ext uri="{FF2B5EF4-FFF2-40B4-BE49-F238E27FC236}">
                <a16:creationId xmlns:a16="http://schemas.microsoft.com/office/drawing/2014/main" id="{55EEB46E-41F4-4586-B4A5-010399555F94}"/>
              </a:ext>
            </a:extLst>
          </p:cNvPr>
          <p:cNvSpPr>
            <a:spLocks noGrp="1"/>
          </p:cNvSpPr>
          <p:nvPr>
            <p:ph type="body" sz="quarter" idx="20" hasCustomPrompt="1"/>
          </p:nvPr>
        </p:nvSpPr>
        <p:spPr>
          <a:xfrm>
            <a:off x="396754"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23" name="Text Placeholder 5">
            <a:extLst>
              <a:ext uri="{FF2B5EF4-FFF2-40B4-BE49-F238E27FC236}">
                <a16:creationId xmlns:a16="http://schemas.microsoft.com/office/drawing/2014/main" id="{6235E8B4-1E7D-4065-AE29-1EE0BD428A6E}"/>
              </a:ext>
            </a:extLst>
          </p:cNvPr>
          <p:cNvSpPr>
            <a:spLocks noGrp="1"/>
          </p:cNvSpPr>
          <p:nvPr>
            <p:ph type="body" sz="quarter" idx="21" hasCustomPrompt="1"/>
          </p:nvPr>
        </p:nvSpPr>
        <p:spPr>
          <a:xfrm>
            <a:off x="416681"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 name="Text Placeholder 2">
            <a:extLst>
              <a:ext uri="{FF2B5EF4-FFF2-40B4-BE49-F238E27FC236}">
                <a16:creationId xmlns:a16="http://schemas.microsoft.com/office/drawing/2014/main" id="{5A0F2717-D45E-44F6-8041-688D23B4FC80}"/>
              </a:ext>
            </a:extLst>
          </p:cNvPr>
          <p:cNvSpPr>
            <a:spLocks noGrp="1"/>
          </p:cNvSpPr>
          <p:nvPr>
            <p:ph type="body" sz="quarter" idx="22" hasCustomPrompt="1"/>
          </p:nvPr>
        </p:nvSpPr>
        <p:spPr>
          <a:xfrm>
            <a:off x="328613" y="4518025"/>
            <a:ext cx="11482387" cy="1989138"/>
          </a:xfrm>
        </p:spPr>
        <p:txBody>
          <a:bodyPr/>
          <a:lstStyle>
            <a:lvl1pPr marL="0" indent="0">
              <a:buFontTx/>
              <a:buNone/>
              <a:defRPr>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574408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Four U shapes">
    <p:spTree>
      <p:nvGrpSpPr>
        <p:cNvPr id="1" name=""/>
        <p:cNvGrpSpPr/>
        <p:nvPr/>
      </p:nvGrpSpPr>
      <p:grpSpPr>
        <a:xfrm>
          <a:off x="0" y="0"/>
          <a:ext cx="0" cy="0"/>
          <a:chOff x="0" y="0"/>
          <a:chExt cx="0" cy="0"/>
        </a:xfrm>
      </p:grpSpPr>
      <p:sp>
        <p:nvSpPr>
          <p:cNvPr id="24" name="Flowchart: Delay 23">
            <a:extLst>
              <a:ext uri="{FF2B5EF4-FFF2-40B4-BE49-F238E27FC236}">
                <a16:creationId xmlns:a16="http://schemas.microsoft.com/office/drawing/2014/main" id="{DC0B3E49-B356-4739-9034-50E9CEC709E2}"/>
              </a:ext>
            </a:extLst>
          </p:cNvPr>
          <p:cNvSpPr/>
          <p:nvPr userDrawn="1"/>
        </p:nvSpPr>
        <p:spPr>
          <a:xfrm rot="5400000">
            <a:off x="6517452" y="1985993"/>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16" name="Flowchart: Delay 15">
            <a:extLst>
              <a:ext uri="{FF2B5EF4-FFF2-40B4-BE49-F238E27FC236}">
                <a16:creationId xmlns:a16="http://schemas.microsoft.com/office/drawing/2014/main" id="{454FD496-54DA-4199-AAC6-66A65DE445AA}"/>
              </a:ext>
            </a:extLst>
          </p:cNvPr>
          <p:cNvSpPr/>
          <p:nvPr userDrawn="1"/>
        </p:nvSpPr>
        <p:spPr>
          <a:xfrm rot="5400000">
            <a:off x="3566925" y="2004139"/>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7" name="Flowchart: Delay 16">
            <a:extLst>
              <a:ext uri="{FF2B5EF4-FFF2-40B4-BE49-F238E27FC236}">
                <a16:creationId xmlns:a16="http://schemas.microsoft.com/office/drawing/2014/main" id="{2EEE0A17-3A41-451F-A395-9A5EFCF47621}"/>
              </a:ext>
            </a:extLst>
          </p:cNvPr>
          <p:cNvSpPr/>
          <p:nvPr userDrawn="1"/>
        </p:nvSpPr>
        <p:spPr>
          <a:xfrm rot="5400000">
            <a:off x="489168" y="2004139"/>
            <a:ext cx="2106346" cy="2426956"/>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4" name="Flowchart: Delay 13">
            <a:extLst>
              <a:ext uri="{FF2B5EF4-FFF2-40B4-BE49-F238E27FC236}">
                <a16:creationId xmlns:a16="http://schemas.microsoft.com/office/drawing/2014/main" id="{A96B9533-2492-474A-8F8E-2B7DB44FB3C9}"/>
              </a:ext>
            </a:extLst>
          </p:cNvPr>
          <p:cNvSpPr/>
          <p:nvPr userDrawn="1"/>
        </p:nvSpPr>
        <p:spPr>
          <a:xfrm rot="5400000">
            <a:off x="9543965" y="2004139"/>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9467124"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9487051"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15" name="Text Placeholder 5">
            <a:extLst>
              <a:ext uri="{FF2B5EF4-FFF2-40B4-BE49-F238E27FC236}">
                <a16:creationId xmlns:a16="http://schemas.microsoft.com/office/drawing/2014/main" id="{26A48FFB-74C0-4F14-A9CA-61518820A8C3}"/>
              </a:ext>
            </a:extLst>
          </p:cNvPr>
          <p:cNvSpPr>
            <a:spLocks noGrp="1"/>
          </p:cNvSpPr>
          <p:nvPr>
            <p:ph type="body" sz="quarter" idx="16" hasCustomPrompt="1"/>
          </p:nvPr>
        </p:nvSpPr>
        <p:spPr>
          <a:xfrm>
            <a:off x="6433132"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18" name="Text Placeholder 5">
            <a:extLst>
              <a:ext uri="{FF2B5EF4-FFF2-40B4-BE49-F238E27FC236}">
                <a16:creationId xmlns:a16="http://schemas.microsoft.com/office/drawing/2014/main" id="{E33E1632-58E6-4E54-882D-21A335D4A38C}"/>
              </a:ext>
            </a:extLst>
          </p:cNvPr>
          <p:cNvSpPr>
            <a:spLocks noGrp="1"/>
          </p:cNvSpPr>
          <p:nvPr>
            <p:ph type="body" sz="quarter" idx="17" hasCustomPrompt="1"/>
          </p:nvPr>
        </p:nvSpPr>
        <p:spPr>
          <a:xfrm>
            <a:off x="6453059"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19" name="Text Placeholder 5">
            <a:extLst>
              <a:ext uri="{FF2B5EF4-FFF2-40B4-BE49-F238E27FC236}">
                <a16:creationId xmlns:a16="http://schemas.microsoft.com/office/drawing/2014/main" id="{D0D64113-B1DC-47E6-83DD-9AF945602EFE}"/>
              </a:ext>
            </a:extLst>
          </p:cNvPr>
          <p:cNvSpPr>
            <a:spLocks noGrp="1"/>
          </p:cNvSpPr>
          <p:nvPr>
            <p:ph type="body" sz="quarter" idx="18" hasCustomPrompt="1"/>
          </p:nvPr>
        </p:nvSpPr>
        <p:spPr>
          <a:xfrm>
            <a:off x="3522079"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20" name="Text Placeholder 5">
            <a:extLst>
              <a:ext uri="{FF2B5EF4-FFF2-40B4-BE49-F238E27FC236}">
                <a16:creationId xmlns:a16="http://schemas.microsoft.com/office/drawing/2014/main" id="{C0EE6394-CAF7-43E7-BCA9-C54E44FB10CC}"/>
              </a:ext>
            </a:extLst>
          </p:cNvPr>
          <p:cNvSpPr>
            <a:spLocks noGrp="1"/>
          </p:cNvSpPr>
          <p:nvPr>
            <p:ph type="body" sz="quarter" idx="19" hasCustomPrompt="1"/>
          </p:nvPr>
        </p:nvSpPr>
        <p:spPr>
          <a:xfrm>
            <a:off x="3542006"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22" name="Text Placeholder 5">
            <a:extLst>
              <a:ext uri="{FF2B5EF4-FFF2-40B4-BE49-F238E27FC236}">
                <a16:creationId xmlns:a16="http://schemas.microsoft.com/office/drawing/2014/main" id="{55EEB46E-41F4-4586-B4A5-010399555F94}"/>
              </a:ext>
            </a:extLst>
          </p:cNvPr>
          <p:cNvSpPr>
            <a:spLocks noGrp="1"/>
          </p:cNvSpPr>
          <p:nvPr>
            <p:ph type="body" sz="quarter" idx="20" hasCustomPrompt="1"/>
          </p:nvPr>
        </p:nvSpPr>
        <p:spPr>
          <a:xfrm>
            <a:off x="396754"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23" name="Text Placeholder 5">
            <a:extLst>
              <a:ext uri="{FF2B5EF4-FFF2-40B4-BE49-F238E27FC236}">
                <a16:creationId xmlns:a16="http://schemas.microsoft.com/office/drawing/2014/main" id="{6235E8B4-1E7D-4065-AE29-1EE0BD428A6E}"/>
              </a:ext>
            </a:extLst>
          </p:cNvPr>
          <p:cNvSpPr>
            <a:spLocks noGrp="1"/>
          </p:cNvSpPr>
          <p:nvPr>
            <p:ph type="body" sz="quarter" idx="21" hasCustomPrompt="1"/>
          </p:nvPr>
        </p:nvSpPr>
        <p:spPr>
          <a:xfrm>
            <a:off x="416681"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 name="Text Placeholder 2">
            <a:extLst>
              <a:ext uri="{FF2B5EF4-FFF2-40B4-BE49-F238E27FC236}">
                <a16:creationId xmlns:a16="http://schemas.microsoft.com/office/drawing/2014/main" id="{5A0F2717-D45E-44F6-8041-688D23B4FC80}"/>
              </a:ext>
            </a:extLst>
          </p:cNvPr>
          <p:cNvSpPr>
            <a:spLocks noGrp="1"/>
          </p:cNvSpPr>
          <p:nvPr>
            <p:ph type="body" sz="quarter" idx="22" hasCustomPrompt="1"/>
          </p:nvPr>
        </p:nvSpPr>
        <p:spPr>
          <a:xfrm>
            <a:off x="328613" y="4518025"/>
            <a:ext cx="11482387" cy="1989138"/>
          </a:xfrm>
        </p:spPr>
        <p:txBody>
          <a:bodyPr/>
          <a:lstStyle>
            <a:lvl1pPr marL="0" indent="0">
              <a:buFontTx/>
              <a:buNone/>
              <a:defRPr>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4658449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chieveing a goal">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B916B62F-E266-4F4E-9915-FF25285DB186}"/>
              </a:ext>
            </a:extLst>
          </p:cNvPr>
          <p:cNvSpPr/>
          <p:nvPr userDrawn="1"/>
        </p:nvSpPr>
        <p:spPr>
          <a:xfrm>
            <a:off x="5310470" y="1421969"/>
            <a:ext cx="1631572" cy="1664558"/>
          </a:xfrm>
          <a:prstGeom prst="rect">
            <a:avLst/>
          </a:prstGeom>
          <a:solidFill>
            <a:srgbClr val="EC660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90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Trebuchet MS" panose="020B0603020202020204" pitchFamily="34" charset="0"/>
              <a:ea typeface="+mn-ea"/>
              <a:cs typeface="+mn-cs"/>
            </a:endParaRPr>
          </a:p>
        </p:txBody>
      </p:sp>
      <p:sp>
        <p:nvSpPr>
          <p:cNvPr id="36" name="Rectangle 35">
            <a:extLst>
              <a:ext uri="{FF2B5EF4-FFF2-40B4-BE49-F238E27FC236}">
                <a16:creationId xmlns:a16="http://schemas.microsoft.com/office/drawing/2014/main" id="{32D30E2D-44C1-40C3-86A5-3410ECB0B513}"/>
              </a:ext>
            </a:extLst>
          </p:cNvPr>
          <p:cNvSpPr/>
          <p:nvPr userDrawn="1"/>
        </p:nvSpPr>
        <p:spPr>
          <a:xfrm>
            <a:off x="299330" y="430879"/>
            <a:ext cx="11593340" cy="854257"/>
          </a:xfrm>
          <a:prstGeom prst="rect">
            <a:avLst/>
          </a:prstGeom>
          <a:solidFill>
            <a:srgbClr val="491A6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Gotham Bold" pitchFamily="50" charset="0"/>
              <a:ea typeface="+mn-ea"/>
              <a:cs typeface="+mn-cs"/>
            </a:endParaRPr>
          </a:p>
        </p:txBody>
      </p:sp>
      <p:sp>
        <p:nvSpPr>
          <p:cNvPr id="37" name="Rectangle 36">
            <a:extLst>
              <a:ext uri="{FF2B5EF4-FFF2-40B4-BE49-F238E27FC236}">
                <a16:creationId xmlns:a16="http://schemas.microsoft.com/office/drawing/2014/main" id="{576B9DD9-1B6A-4F9F-AA3E-D816AD0D4364}"/>
              </a:ext>
            </a:extLst>
          </p:cNvPr>
          <p:cNvSpPr/>
          <p:nvPr userDrawn="1"/>
        </p:nvSpPr>
        <p:spPr>
          <a:xfrm>
            <a:off x="304346" y="3192332"/>
            <a:ext cx="3795690" cy="1733481"/>
          </a:xfrm>
          <a:prstGeom prst="rect">
            <a:avLst/>
          </a:prstGeom>
          <a:solidFill>
            <a:srgbClr val="00A19A"/>
          </a:solidFill>
          <a:ln w="12700" cap="flat" cmpd="sng" algn="ctr">
            <a:noFill/>
            <a:prstDash val="solid"/>
            <a:miter lim="800000"/>
          </a:ln>
          <a:effectLst/>
        </p:spPr>
        <p:txBody>
          <a:bodyPr tIns="72000" rtlCol="0" anchor="ctr" anchorCtr="0"/>
          <a:lstStyle/>
          <a:p>
            <a:pPr marL="0" marR="0" lvl="0" indent="0" algn="ctr" defTabSz="914400" eaLnBrk="1" fontAlgn="auto" latinLnBrk="0" hangingPunct="1">
              <a:lnSpc>
                <a:spcPct val="114000"/>
              </a:lnSpc>
              <a:spcBef>
                <a:spcPts val="0"/>
              </a:spcBef>
              <a:spcAft>
                <a:spcPts val="0"/>
              </a:spcAft>
              <a:buClrTx/>
              <a:buSzTx/>
              <a:buFontTx/>
              <a:buNone/>
              <a:tabLst/>
              <a:defRPr/>
            </a:pPr>
            <a:endParaRPr kumimoji="0" lang="en-GB" sz="1800" b="1" i="0" u="none" strike="noStrike" kern="0" cap="none" spc="0" normalizeH="0" baseline="0" noProof="0" dirty="0">
              <a:ln>
                <a:noFill/>
              </a:ln>
              <a:solidFill>
                <a:srgbClr val="491A66"/>
              </a:solidFill>
              <a:effectLst/>
              <a:uLnTx/>
              <a:uFillTx/>
              <a:latin typeface="+mn-lt"/>
              <a:ea typeface="+mn-ea"/>
              <a:cs typeface="+mn-cs"/>
            </a:endParaRPr>
          </a:p>
        </p:txBody>
      </p:sp>
      <p:sp>
        <p:nvSpPr>
          <p:cNvPr id="38" name="Rectangle 37">
            <a:extLst>
              <a:ext uri="{FF2B5EF4-FFF2-40B4-BE49-F238E27FC236}">
                <a16:creationId xmlns:a16="http://schemas.microsoft.com/office/drawing/2014/main" id="{612E48D3-9A6B-46D7-87CF-E66AE0805101}"/>
              </a:ext>
            </a:extLst>
          </p:cNvPr>
          <p:cNvSpPr/>
          <p:nvPr userDrawn="1"/>
        </p:nvSpPr>
        <p:spPr>
          <a:xfrm>
            <a:off x="4207848" y="3208872"/>
            <a:ext cx="3795690" cy="1737354"/>
          </a:xfrm>
          <a:prstGeom prst="rect">
            <a:avLst/>
          </a:prstGeom>
          <a:solidFill>
            <a:srgbClr val="00A19A"/>
          </a:solidFill>
          <a:ln w="12700" cap="flat" cmpd="sng" algn="ctr">
            <a:noFill/>
            <a:prstDash val="solid"/>
            <a:miter lim="800000"/>
          </a:ln>
          <a:effectLst/>
        </p:spPr>
        <p:txBody>
          <a:bodyPr tIns="72000" rtlCol="0" anchor="ctr" anchorCtr="0"/>
          <a:lstStyle/>
          <a:p>
            <a:pPr marL="0" marR="0" lvl="0" indent="0" algn="ctr" defTabSz="914400" eaLnBrk="1" fontAlgn="auto" latinLnBrk="0" hangingPunct="1">
              <a:lnSpc>
                <a:spcPct val="114000"/>
              </a:lnSpc>
              <a:spcBef>
                <a:spcPts val="0"/>
              </a:spcBef>
              <a:spcAft>
                <a:spcPts val="0"/>
              </a:spcAft>
              <a:buClrTx/>
              <a:buSzTx/>
              <a:buFontTx/>
              <a:buNone/>
              <a:tabLst/>
              <a:defRPr/>
            </a:pPr>
            <a:endParaRPr kumimoji="0" lang="en-GB" sz="1800" b="1" i="0" u="none" strike="noStrike" kern="0" cap="none" spc="0" normalizeH="0" baseline="0" noProof="0" dirty="0">
              <a:ln>
                <a:noFill/>
              </a:ln>
              <a:solidFill>
                <a:srgbClr val="491A66"/>
              </a:solidFill>
              <a:effectLst/>
              <a:uLnTx/>
              <a:uFillTx/>
              <a:latin typeface="+mn-lt"/>
              <a:ea typeface="+mn-ea"/>
              <a:cs typeface="+mn-cs"/>
            </a:endParaRPr>
          </a:p>
        </p:txBody>
      </p:sp>
      <p:sp>
        <p:nvSpPr>
          <p:cNvPr id="39" name="Rectangle 38">
            <a:extLst>
              <a:ext uri="{FF2B5EF4-FFF2-40B4-BE49-F238E27FC236}">
                <a16:creationId xmlns:a16="http://schemas.microsoft.com/office/drawing/2014/main" id="{0C629942-9644-4427-85F1-6502ACE9798D}"/>
              </a:ext>
            </a:extLst>
          </p:cNvPr>
          <p:cNvSpPr/>
          <p:nvPr userDrawn="1"/>
        </p:nvSpPr>
        <p:spPr>
          <a:xfrm>
            <a:off x="8111350" y="3205792"/>
            <a:ext cx="3795690" cy="1735350"/>
          </a:xfrm>
          <a:prstGeom prst="rect">
            <a:avLst/>
          </a:prstGeom>
          <a:solidFill>
            <a:srgbClr val="00A19A"/>
          </a:solidFill>
          <a:ln w="12700" cap="flat" cmpd="sng" algn="ctr">
            <a:noFill/>
            <a:prstDash val="solid"/>
            <a:miter lim="800000"/>
          </a:ln>
          <a:effectLst/>
        </p:spPr>
        <p:txBody>
          <a:bodyPr lIns="72000" tIns="72000" rIns="72000" rtlCol="0" anchor="ctr" anchorCtr="0"/>
          <a:lstStyle/>
          <a:p>
            <a:pPr marL="0" marR="0" lvl="0" indent="0" algn="ctr" defTabSz="914400" eaLnBrk="1" fontAlgn="auto" latinLnBrk="0" hangingPunct="1">
              <a:lnSpc>
                <a:spcPct val="114000"/>
              </a:lnSpc>
              <a:spcBef>
                <a:spcPts val="0"/>
              </a:spcBef>
              <a:spcAft>
                <a:spcPts val="0"/>
              </a:spcAft>
              <a:buClrTx/>
              <a:buSzTx/>
              <a:buFontTx/>
              <a:buNone/>
              <a:tabLst/>
              <a:defRPr/>
            </a:pPr>
            <a:endParaRPr kumimoji="0" lang="en-GB" sz="1800" b="1" i="0" u="none" strike="noStrike" kern="0" cap="none" spc="0" normalizeH="0" baseline="0" noProof="0" dirty="0">
              <a:ln>
                <a:noFill/>
              </a:ln>
              <a:solidFill>
                <a:srgbClr val="491A66"/>
              </a:solidFill>
              <a:effectLst/>
              <a:uLnTx/>
              <a:uFillTx/>
              <a:latin typeface="+mn-lt"/>
              <a:ea typeface="+mn-ea"/>
              <a:cs typeface="+mn-cs"/>
            </a:endParaRPr>
          </a:p>
        </p:txBody>
      </p:sp>
      <p:sp>
        <p:nvSpPr>
          <p:cNvPr id="40" name="Rectangle 39">
            <a:extLst>
              <a:ext uri="{FF2B5EF4-FFF2-40B4-BE49-F238E27FC236}">
                <a16:creationId xmlns:a16="http://schemas.microsoft.com/office/drawing/2014/main" id="{9D37EDFC-5875-4DC3-A044-2158CE585AE4}"/>
              </a:ext>
            </a:extLst>
          </p:cNvPr>
          <p:cNvSpPr/>
          <p:nvPr userDrawn="1"/>
        </p:nvSpPr>
        <p:spPr>
          <a:xfrm>
            <a:off x="283637" y="5067099"/>
            <a:ext cx="11609034" cy="854277"/>
          </a:xfrm>
          <a:prstGeom prst="rect">
            <a:avLst/>
          </a:prstGeom>
          <a:solidFill>
            <a:srgbClr val="491A6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GB" sz="2000" b="1"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41" name="Rectangle 40">
            <a:extLst>
              <a:ext uri="{FF2B5EF4-FFF2-40B4-BE49-F238E27FC236}">
                <a16:creationId xmlns:a16="http://schemas.microsoft.com/office/drawing/2014/main" id="{CE15DDDE-D10E-4AE1-A95B-66499CE8174D}"/>
              </a:ext>
            </a:extLst>
          </p:cNvPr>
          <p:cNvSpPr/>
          <p:nvPr userDrawn="1"/>
        </p:nvSpPr>
        <p:spPr>
          <a:xfrm>
            <a:off x="274890" y="1421969"/>
            <a:ext cx="5166908" cy="1664558"/>
          </a:xfrm>
          <a:prstGeom prst="rect">
            <a:avLst/>
          </a:prstGeom>
          <a:solidFill>
            <a:srgbClr val="EC660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90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mn-lt"/>
              <a:ea typeface="+mn-ea"/>
              <a:cs typeface="+mn-cs"/>
            </a:endParaRPr>
          </a:p>
        </p:txBody>
      </p:sp>
      <p:sp>
        <p:nvSpPr>
          <p:cNvPr id="42" name="Rectangle 41">
            <a:extLst>
              <a:ext uri="{FF2B5EF4-FFF2-40B4-BE49-F238E27FC236}">
                <a16:creationId xmlns:a16="http://schemas.microsoft.com/office/drawing/2014/main" id="{557D46F0-F2F2-4C10-88E6-22B41754FB70}"/>
              </a:ext>
            </a:extLst>
          </p:cNvPr>
          <p:cNvSpPr/>
          <p:nvPr userDrawn="1"/>
        </p:nvSpPr>
        <p:spPr>
          <a:xfrm>
            <a:off x="6740132" y="1423422"/>
            <a:ext cx="5166908" cy="1664558"/>
          </a:xfrm>
          <a:prstGeom prst="rect">
            <a:avLst/>
          </a:prstGeom>
          <a:solidFill>
            <a:srgbClr val="EC660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90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mn-lt"/>
              <a:ea typeface="+mn-ea"/>
              <a:cs typeface="+mn-cs"/>
            </a:endParaRPr>
          </a:p>
        </p:txBody>
      </p:sp>
      <p:sp>
        <p:nvSpPr>
          <p:cNvPr id="44" name="Plus Sign 43">
            <a:extLst>
              <a:ext uri="{FF2B5EF4-FFF2-40B4-BE49-F238E27FC236}">
                <a16:creationId xmlns:a16="http://schemas.microsoft.com/office/drawing/2014/main" id="{1A908DBD-37AA-423E-9412-FA30F81B7BF8}"/>
              </a:ext>
            </a:extLst>
          </p:cNvPr>
          <p:cNvSpPr>
            <a:spLocks/>
          </p:cNvSpPr>
          <p:nvPr userDrawn="1"/>
        </p:nvSpPr>
        <p:spPr>
          <a:xfrm>
            <a:off x="5573125" y="1680477"/>
            <a:ext cx="1106263" cy="1147542"/>
          </a:xfrm>
          <a:prstGeom prst="mathPlus">
            <a:avLst/>
          </a:prstGeom>
          <a:solidFill>
            <a:srgbClr val="00A19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D5403010-B631-40A9-8135-8AF01DAF6004}"/>
              </a:ext>
            </a:extLst>
          </p:cNvPr>
          <p:cNvSpPr>
            <a:spLocks noGrp="1"/>
          </p:cNvSpPr>
          <p:nvPr>
            <p:ph type="body" sz="quarter" idx="10" hasCustomPrompt="1"/>
          </p:nvPr>
        </p:nvSpPr>
        <p:spPr>
          <a:xfrm>
            <a:off x="541206" y="484991"/>
            <a:ext cx="11109589" cy="678470"/>
          </a:xfrm>
        </p:spPr>
        <p:txBody>
          <a:bodyPr>
            <a:noAutofit/>
          </a:bodyPr>
          <a:lstStyle>
            <a:lvl1pPr marL="0" indent="0" algn="ctr">
              <a:buNone/>
              <a:defRPr sz="4400">
                <a:solidFill>
                  <a:schemeClr val="bg1"/>
                </a:solidFill>
                <a:latin typeface="+mj-lt"/>
              </a:defRPr>
            </a:lvl1pPr>
          </a:lstStyle>
          <a:p>
            <a:pPr lvl="0"/>
            <a:r>
              <a:rPr lang="en-US" dirty="0"/>
              <a:t>Title</a:t>
            </a:r>
          </a:p>
        </p:txBody>
      </p:sp>
      <p:sp>
        <p:nvSpPr>
          <p:cNvPr id="5" name="Text Placeholder 4">
            <a:extLst>
              <a:ext uri="{FF2B5EF4-FFF2-40B4-BE49-F238E27FC236}">
                <a16:creationId xmlns:a16="http://schemas.microsoft.com/office/drawing/2014/main" id="{A33AF609-F9DC-456D-ADB5-8EA9E965C4F6}"/>
              </a:ext>
            </a:extLst>
          </p:cNvPr>
          <p:cNvSpPr>
            <a:spLocks noGrp="1"/>
          </p:cNvSpPr>
          <p:nvPr>
            <p:ph type="body" sz="quarter" idx="11" hasCustomPrompt="1"/>
          </p:nvPr>
        </p:nvSpPr>
        <p:spPr>
          <a:xfrm>
            <a:off x="6782521" y="1631240"/>
            <a:ext cx="4625975" cy="1146175"/>
          </a:xfrm>
        </p:spPr>
        <p:txBody>
          <a:bodyPr anchor="ctr">
            <a:normAutofit/>
          </a:bodyPr>
          <a:lstStyle>
            <a:lvl1pPr marL="0" indent="0" algn="ctr">
              <a:buNone/>
              <a:defRPr sz="3600">
                <a:solidFill>
                  <a:srgbClr val="491A66"/>
                </a:solidFill>
                <a:latin typeface="+mj-lt"/>
              </a:defRPr>
            </a:lvl1pPr>
          </a:lstStyle>
          <a:p>
            <a:pPr lvl="0"/>
            <a:r>
              <a:rPr lang="en-US" dirty="0"/>
              <a:t>Text</a:t>
            </a:r>
            <a:endParaRPr lang="en-GB" dirty="0"/>
          </a:p>
        </p:txBody>
      </p:sp>
      <p:sp>
        <p:nvSpPr>
          <p:cNvPr id="15" name="Text Placeholder 4">
            <a:extLst>
              <a:ext uri="{FF2B5EF4-FFF2-40B4-BE49-F238E27FC236}">
                <a16:creationId xmlns:a16="http://schemas.microsoft.com/office/drawing/2014/main" id="{A4292DF8-77F3-495C-94B6-0F773F5D8220}"/>
              </a:ext>
            </a:extLst>
          </p:cNvPr>
          <p:cNvSpPr>
            <a:spLocks noGrp="1"/>
          </p:cNvSpPr>
          <p:nvPr>
            <p:ph type="body" sz="quarter" idx="12" hasCustomPrompt="1"/>
          </p:nvPr>
        </p:nvSpPr>
        <p:spPr>
          <a:xfrm>
            <a:off x="706885" y="1645499"/>
            <a:ext cx="4625975" cy="1146175"/>
          </a:xfrm>
        </p:spPr>
        <p:txBody>
          <a:bodyPr anchor="ctr">
            <a:normAutofit/>
          </a:bodyPr>
          <a:lstStyle>
            <a:lvl1pPr marL="0" indent="0" algn="ctr">
              <a:buNone/>
              <a:defRPr sz="3600">
                <a:solidFill>
                  <a:srgbClr val="491A66"/>
                </a:solidFill>
                <a:latin typeface="+mj-lt"/>
              </a:defRPr>
            </a:lvl1pPr>
          </a:lstStyle>
          <a:p>
            <a:pPr lvl="0"/>
            <a:r>
              <a:rPr lang="en-US" dirty="0"/>
              <a:t>Text</a:t>
            </a:r>
            <a:endParaRPr lang="en-GB" dirty="0"/>
          </a:p>
        </p:txBody>
      </p:sp>
      <p:sp>
        <p:nvSpPr>
          <p:cNvPr id="7" name="Text Placeholder 6">
            <a:extLst>
              <a:ext uri="{FF2B5EF4-FFF2-40B4-BE49-F238E27FC236}">
                <a16:creationId xmlns:a16="http://schemas.microsoft.com/office/drawing/2014/main" id="{909FF254-4CDB-4CE7-9CED-F304795EA052}"/>
              </a:ext>
            </a:extLst>
          </p:cNvPr>
          <p:cNvSpPr>
            <a:spLocks noGrp="1"/>
          </p:cNvSpPr>
          <p:nvPr>
            <p:ph type="body" sz="quarter" idx="13" hasCustomPrompt="1"/>
          </p:nvPr>
        </p:nvSpPr>
        <p:spPr>
          <a:xfrm>
            <a:off x="448695" y="3343099"/>
            <a:ext cx="3506993" cy="1460736"/>
          </a:xfrm>
        </p:spPr>
        <p:txBody>
          <a:bodyPr anchor="ctr"/>
          <a:lstStyle>
            <a:lvl1pPr marL="0" indent="0" algn="ctr">
              <a:buNone/>
              <a:defRPr sz="2000">
                <a:solidFill>
                  <a:schemeClr val="bg1"/>
                </a:solidFill>
              </a:defRPr>
            </a:lvl1pPr>
            <a:lvl2pPr marL="457200" indent="0">
              <a:buNone/>
              <a:defRPr/>
            </a:lvl2pPr>
          </a:lstStyle>
          <a:p>
            <a:pPr lvl="0"/>
            <a:r>
              <a:rPr lang="en-US" dirty="0"/>
              <a:t>Text</a:t>
            </a:r>
          </a:p>
        </p:txBody>
      </p:sp>
      <p:sp>
        <p:nvSpPr>
          <p:cNvPr id="18" name="Text Placeholder 6">
            <a:extLst>
              <a:ext uri="{FF2B5EF4-FFF2-40B4-BE49-F238E27FC236}">
                <a16:creationId xmlns:a16="http://schemas.microsoft.com/office/drawing/2014/main" id="{6BA03FD8-0A50-4C9C-8390-7BB7B9A01941}"/>
              </a:ext>
            </a:extLst>
          </p:cNvPr>
          <p:cNvSpPr>
            <a:spLocks noGrp="1"/>
          </p:cNvSpPr>
          <p:nvPr>
            <p:ph type="body" sz="quarter" idx="14" hasCustomPrompt="1"/>
          </p:nvPr>
        </p:nvSpPr>
        <p:spPr>
          <a:xfrm>
            <a:off x="4372759" y="3343099"/>
            <a:ext cx="3506993" cy="1460736"/>
          </a:xfrm>
        </p:spPr>
        <p:txBody>
          <a:bodyPr anchor="ctr"/>
          <a:lstStyle>
            <a:lvl1pPr marL="0" indent="0" algn="ctr">
              <a:buNone/>
              <a:defRPr sz="2000">
                <a:solidFill>
                  <a:schemeClr val="bg1"/>
                </a:solidFill>
              </a:defRPr>
            </a:lvl1pPr>
            <a:lvl2pPr marL="457200" indent="0">
              <a:buNone/>
              <a:defRPr/>
            </a:lvl2pPr>
          </a:lstStyle>
          <a:p>
            <a:pPr lvl="0"/>
            <a:r>
              <a:rPr lang="en-US" dirty="0"/>
              <a:t>Text</a:t>
            </a:r>
          </a:p>
        </p:txBody>
      </p:sp>
      <p:sp>
        <p:nvSpPr>
          <p:cNvPr id="19" name="Text Placeholder 6">
            <a:extLst>
              <a:ext uri="{FF2B5EF4-FFF2-40B4-BE49-F238E27FC236}">
                <a16:creationId xmlns:a16="http://schemas.microsoft.com/office/drawing/2014/main" id="{45C95AB8-2590-415A-A4EB-59CB57FC6750}"/>
              </a:ext>
            </a:extLst>
          </p:cNvPr>
          <p:cNvSpPr>
            <a:spLocks noGrp="1"/>
          </p:cNvSpPr>
          <p:nvPr>
            <p:ph type="body" sz="quarter" idx="15" hasCustomPrompt="1"/>
          </p:nvPr>
        </p:nvSpPr>
        <p:spPr>
          <a:xfrm>
            <a:off x="8255698" y="3343099"/>
            <a:ext cx="3506993" cy="1460736"/>
          </a:xfrm>
        </p:spPr>
        <p:txBody>
          <a:bodyPr anchor="ctr"/>
          <a:lstStyle>
            <a:lvl1pPr marL="0" indent="0" algn="ctr">
              <a:buNone/>
              <a:defRPr sz="2000">
                <a:solidFill>
                  <a:schemeClr val="bg1"/>
                </a:solidFill>
              </a:defRPr>
            </a:lvl1pPr>
            <a:lvl2pPr marL="457200" indent="0">
              <a:buNone/>
              <a:defRPr/>
            </a:lvl2pPr>
          </a:lstStyle>
          <a:p>
            <a:pPr lvl="0"/>
            <a:r>
              <a:rPr lang="en-US" dirty="0"/>
              <a:t>Text</a:t>
            </a:r>
          </a:p>
        </p:txBody>
      </p:sp>
      <p:sp>
        <p:nvSpPr>
          <p:cNvPr id="10" name="Text Placeholder 9">
            <a:extLst>
              <a:ext uri="{FF2B5EF4-FFF2-40B4-BE49-F238E27FC236}">
                <a16:creationId xmlns:a16="http://schemas.microsoft.com/office/drawing/2014/main" id="{0489B6DD-9A72-42C0-8F2E-56E4B8FCBD44}"/>
              </a:ext>
            </a:extLst>
          </p:cNvPr>
          <p:cNvSpPr>
            <a:spLocks noGrp="1"/>
          </p:cNvSpPr>
          <p:nvPr>
            <p:ph type="body" sz="quarter" idx="16" hasCustomPrompt="1"/>
          </p:nvPr>
        </p:nvSpPr>
        <p:spPr>
          <a:xfrm>
            <a:off x="729097" y="5226760"/>
            <a:ext cx="10794316" cy="451503"/>
          </a:xfrm>
        </p:spPr>
        <p:txBody>
          <a:bodyPr/>
          <a:lstStyle>
            <a:lvl1pPr marL="0" indent="0" algn="ctr">
              <a:buNone/>
              <a:defRPr>
                <a:solidFill>
                  <a:srgbClr val="F37023"/>
                </a:solidFill>
                <a:latin typeface="+mj-lt"/>
              </a:defRPr>
            </a:lvl1pPr>
          </a:lstStyle>
          <a:p>
            <a:pPr lvl="0"/>
            <a:r>
              <a:rPr lang="en-US" dirty="0"/>
              <a:t>GOAL</a:t>
            </a:r>
          </a:p>
        </p:txBody>
      </p:sp>
    </p:spTree>
    <p:extLst>
      <p:ext uri="{BB962C8B-B14F-4D97-AF65-F5344CB8AC3E}">
        <p14:creationId xmlns:p14="http://schemas.microsoft.com/office/powerpoint/2010/main" val="29294683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icture with copy">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F33C9B83-9D4A-444C-9CD5-D795BEF3623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37304" y="6036990"/>
            <a:ext cx="1807605" cy="527241"/>
          </a:xfrm>
          <a:prstGeom prst="rect">
            <a:avLst/>
          </a:prstGeom>
        </p:spPr>
      </p:pic>
      <p:sp>
        <p:nvSpPr>
          <p:cNvPr id="3" name="Picture Placeholder 2">
            <a:extLst>
              <a:ext uri="{FF2B5EF4-FFF2-40B4-BE49-F238E27FC236}">
                <a16:creationId xmlns:a16="http://schemas.microsoft.com/office/drawing/2014/main" id="{68FC4DD1-4B6C-43B2-A588-57DCD46F707B}"/>
              </a:ext>
            </a:extLst>
          </p:cNvPr>
          <p:cNvSpPr>
            <a:spLocks noGrp="1"/>
          </p:cNvSpPr>
          <p:nvPr>
            <p:ph type="pic" sz="quarter" idx="10"/>
          </p:nvPr>
        </p:nvSpPr>
        <p:spPr>
          <a:xfrm>
            <a:off x="6382926" y="171451"/>
            <a:ext cx="5658262" cy="6392780"/>
          </a:xfrm>
        </p:spPr>
        <p:txBody>
          <a:bodyPr/>
          <a:lstStyle/>
          <a:p>
            <a:r>
              <a:rPr lang="en-US"/>
              <a:t>Click icon to add picture</a:t>
            </a:r>
            <a:endParaRPr lang="en-GB" dirty="0"/>
          </a:p>
        </p:txBody>
      </p:sp>
      <p:sp>
        <p:nvSpPr>
          <p:cNvPr id="5" name="Text Placeholder 4">
            <a:extLst>
              <a:ext uri="{FF2B5EF4-FFF2-40B4-BE49-F238E27FC236}">
                <a16:creationId xmlns:a16="http://schemas.microsoft.com/office/drawing/2014/main" id="{EC490F74-EF23-40F0-91FA-0918A5AFA27E}"/>
              </a:ext>
            </a:extLst>
          </p:cNvPr>
          <p:cNvSpPr>
            <a:spLocks noGrp="1"/>
          </p:cNvSpPr>
          <p:nvPr>
            <p:ph type="body" sz="quarter" idx="11" hasCustomPrompt="1"/>
          </p:nvPr>
        </p:nvSpPr>
        <p:spPr>
          <a:xfrm>
            <a:off x="9542033" y="4300858"/>
            <a:ext cx="2499155" cy="1646238"/>
          </a:xfrm>
          <a:solidFill>
            <a:schemeClr val="bg1"/>
          </a:solidFill>
          <a:ln>
            <a:noFill/>
          </a:ln>
        </p:spPr>
        <p:txBody>
          <a:bodyPr/>
          <a:lstStyle>
            <a:lvl1pPr>
              <a:defRPr sz="1400" b="1">
                <a:solidFill>
                  <a:srgbClr val="F37023"/>
                </a:solidFill>
              </a:defRPr>
            </a:lvl1pPr>
            <a:lvl2pPr>
              <a:defRPr sz="1400" b="1"/>
            </a:lvl2pPr>
          </a:lstStyle>
          <a:p>
            <a:pPr lvl="0"/>
            <a:r>
              <a:rPr lang="en-US" dirty="0"/>
              <a:t>“Quote”</a:t>
            </a:r>
          </a:p>
          <a:p>
            <a:pPr lvl="1"/>
            <a:r>
              <a:rPr lang="en-US" dirty="0"/>
              <a:t>Name, </a:t>
            </a:r>
            <a:r>
              <a:rPr lang="en-US" dirty="0" err="1"/>
              <a:t>Organisation</a:t>
            </a:r>
            <a:endParaRPr lang="en-US" dirty="0"/>
          </a:p>
        </p:txBody>
      </p:sp>
      <p:sp>
        <p:nvSpPr>
          <p:cNvPr id="8" name="Title 7">
            <a:extLst>
              <a:ext uri="{FF2B5EF4-FFF2-40B4-BE49-F238E27FC236}">
                <a16:creationId xmlns:a16="http://schemas.microsoft.com/office/drawing/2014/main" id="{ED6B26F5-4892-4C93-92C7-E27C2F0D0D18}"/>
              </a:ext>
            </a:extLst>
          </p:cNvPr>
          <p:cNvSpPr>
            <a:spLocks noGrp="1"/>
          </p:cNvSpPr>
          <p:nvPr>
            <p:ph type="title" hasCustomPrompt="1"/>
          </p:nvPr>
        </p:nvSpPr>
        <p:spPr>
          <a:xfrm>
            <a:off x="437304" y="365125"/>
            <a:ext cx="5658696" cy="1325563"/>
          </a:xfrm>
        </p:spPr>
        <p:txBody>
          <a:bodyPr/>
          <a:lstStyle>
            <a:lvl1pPr>
              <a:defRPr/>
            </a:lvl1pPr>
          </a:lstStyle>
          <a:p>
            <a:r>
              <a:rPr lang="en-US" dirty="0"/>
              <a:t>Title</a:t>
            </a:r>
            <a:endParaRPr lang="en-GB" dirty="0"/>
          </a:p>
        </p:txBody>
      </p:sp>
      <p:sp>
        <p:nvSpPr>
          <p:cNvPr id="10" name="Content Placeholder 9">
            <a:extLst>
              <a:ext uri="{FF2B5EF4-FFF2-40B4-BE49-F238E27FC236}">
                <a16:creationId xmlns:a16="http://schemas.microsoft.com/office/drawing/2014/main" id="{0ED570A8-B1D4-4755-BA2F-234F97979AC7}"/>
              </a:ext>
            </a:extLst>
          </p:cNvPr>
          <p:cNvSpPr>
            <a:spLocks noGrp="1"/>
          </p:cNvSpPr>
          <p:nvPr>
            <p:ph sz="quarter" idx="12"/>
          </p:nvPr>
        </p:nvSpPr>
        <p:spPr>
          <a:xfrm>
            <a:off x="436563" y="1933575"/>
            <a:ext cx="5659437" cy="4013200"/>
          </a:xfrm>
        </p:spPr>
        <p:txBody>
          <a:bodyPr/>
          <a:lstStyle>
            <a:lvl1pPr marL="228600" indent="-228600">
              <a:buFontTx/>
              <a:buBlip>
                <a:blip r:embed="rId3"/>
              </a:buBlip>
              <a:defRPr/>
            </a:lvl1pPr>
            <a:lvl2pPr marL="685800" indent="-228600">
              <a:buFontTx/>
              <a:buBlip>
                <a:blip r:embed="rId3"/>
              </a:buBlip>
              <a:defRPr/>
            </a:lvl2pPr>
            <a:lvl3pPr marL="1143000" indent="-228600">
              <a:buFontTx/>
              <a:buBlip>
                <a:blip r:embed="rId3"/>
              </a:buBlip>
              <a:defRPr/>
            </a:lvl3pPr>
            <a:lvl4pPr marL="1600200" indent="-228600">
              <a:buFontTx/>
              <a:buBlip>
                <a:blip r:embed="rId3"/>
              </a:buBlip>
              <a:defRPr/>
            </a:lvl4pPr>
            <a:lvl5pPr marL="2057400" indent="-228600">
              <a:buFontTx/>
              <a:buBlip>
                <a:blip r:embed="rId3"/>
              </a:buBlip>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4832366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Picture with copy">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8FC4DD1-4B6C-43B2-A588-57DCD46F707B}"/>
              </a:ext>
            </a:extLst>
          </p:cNvPr>
          <p:cNvSpPr>
            <a:spLocks noGrp="1"/>
          </p:cNvSpPr>
          <p:nvPr>
            <p:ph type="pic" sz="quarter" idx="10"/>
          </p:nvPr>
        </p:nvSpPr>
        <p:spPr>
          <a:xfrm>
            <a:off x="315613" y="232610"/>
            <a:ext cx="5658262" cy="6392780"/>
          </a:xfrm>
        </p:spPr>
        <p:txBody>
          <a:bodyPr/>
          <a:lstStyle/>
          <a:p>
            <a:r>
              <a:rPr lang="en-US"/>
              <a:t>Click icon to add picture</a:t>
            </a:r>
            <a:endParaRPr lang="en-GB" dirty="0"/>
          </a:p>
        </p:txBody>
      </p:sp>
      <p:sp>
        <p:nvSpPr>
          <p:cNvPr id="5" name="Text Placeholder 4">
            <a:extLst>
              <a:ext uri="{FF2B5EF4-FFF2-40B4-BE49-F238E27FC236}">
                <a16:creationId xmlns:a16="http://schemas.microsoft.com/office/drawing/2014/main" id="{EC490F74-EF23-40F0-91FA-0918A5AFA27E}"/>
              </a:ext>
            </a:extLst>
          </p:cNvPr>
          <p:cNvSpPr>
            <a:spLocks noGrp="1"/>
          </p:cNvSpPr>
          <p:nvPr>
            <p:ph type="body" sz="quarter" idx="11" hasCustomPrompt="1"/>
          </p:nvPr>
        </p:nvSpPr>
        <p:spPr>
          <a:xfrm>
            <a:off x="3474720" y="4447757"/>
            <a:ext cx="2499155" cy="1646238"/>
          </a:xfrm>
          <a:solidFill>
            <a:schemeClr val="bg1"/>
          </a:solidFill>
          <a:ln>
            <a:noFill/>
          </a:ln>
        </p:spPr>
        <p:txBody>
          <a:bodyPr/>
          <a:lstStyle>
            <a:lvl1pPr>
              <a:defRPr sz="1400" b="1">
                <a:solidFill>
                  <a:srgbClr val="F37023"/>
                </a:solidFill>
              </a:defRPr>
            </a:lvl1pPr>
            <a:lvl2pPr>
              <a:defRPr sz="1400" b="1"/>
            </a:lvl2pPr>
          </a:lstStyle>
          <a:p>
            <a:pPr lvl="0"/>
            <a:r>
              <a:rPr lang="en-US" dirty="0"/>
              <a:t>“Quote”</a:t>
            </a:r>
          </a:p>
          <a:p>
            <a:pPr lvl="1"/>
            <a:r>
              <a:rPr lang="en-US" dirty="0"/>
              <a:t>Name, </a:t>
            </a:r>
            <a:r>
              <a:rPr lang="en-US" dirty="0" err="1"/>
              <a:t>Organisation</a:t>
            </a:r>
            <a:endParaRPr lang="en-US" dirty="0"/>
          </a:p>
        </p:txBody>
      </p:sp>
      <p:sp>
        <p:nvSpPr>
          <p:cNvPr id="8" name="Title 7">
            <a:extLst>
              <a:ext uri="{FF2B5EF4-FFF2-40B4-BE49-F238E27FC236}">
                <a16:creationId xmlns:a16="http://schemas.microsoft.com/office/drawing/2014/main" id="{ED6B26F5-4892-4C93-92C7-E27C2F0D0D18}"/>
              </a:ext>
            </a:extLst>
          </p:cNvPr>
          <p:cNvSpPr>
            <a:spLocks noGrp="1"/>
          </p:cNvSpPr>
          <p:nvPr>
            <p:ph type="title" hasCustomPrompt="1"/>
          </p:nvPr>
        </p:nvSpPr>
        <p:spPr>
          <a:xfrm>
            <a:off x="6382926" y="241073"/>
            <a:ext cx="5658696" cy="1325563"/>
          </a:xfrm>
        </p:spPr>
        <p:txBody>
          <a:bodyPr/>
          <a:lstStyle>
            <a:lvl1pPr>
              <a:defRPr/>
            </a:lvl1pPr>
          </a:lstStyle>
          <a:p>
            <a:r>
              <a:rPr lang="en-US" dirty="0"/>
              <a:t>Title</a:t>
            </a:r>
            <a:endParaRPr lang="en-GB" dirty="0"/>
          </a:p>
        </p:txBody>
      </p:sp>
      <p:sp>
        <p:nvSpPr>
          <p:cNvPr id="10" name="Content Placeholder 9">
            <a:extLst>
              <a:ext uri="{FF2B5EF4-FFF2-40B4-BE49-F238E27FC236}">
                <a16:creationId xmlns:a16="http://schemas.microsoft.com/office/drawing/2014/main" id="{0ED570A8-B1D4-4755-BA2F-234F97979AC7}"/>
              </a:ext>
            </a:extLst>
          </p:cNvPr>
          <p:cNvSpPr>
            <a:spLocks noGrp="1"/>
          </p:cNvSpPr>
          <p:nvPr>
            <p:ph sz="quarter" idx="12"/>
          </p:nvPr>
        </p:nvSpPr>
        <p:spPr>
          <a:xfrm>
            <a:off x="6382185" y="1801095"/>
            <a:ext cx="5659437" cy="4201671"/>
          </a:xfrm>
        </p:spPr>
        <p:txBody>
          <a:bodyPr/>
          <a:lstStyle>
            <a:lvl1pPr marL="228600" indent="-228600">
              <a:buFontTx/>
              <a:buBlip>
                <a:blip r:embed="rId2"/>
              </a:buBlip>
              <a:defRPr/>
            </a:lvl1pPr>
            <a:lvl2pPr marL="685800" indent="-228600">
              <a:buFontTx/>
              <a:buBlip>
                <a:blip r:embed="rId2"/>
              </a:buBlip>
              <a:defRPr/>
            </a:lvl2pPr>
            <a:lvl3pPr marL="1143000" indent="-228600">
              <a:buFontTx/>
              <a:buBlip>
                <a:blip r:embed="rId2"/>
              </a:buBlip>
              <a:defRPr/>
            </a:lvl3pPr>
            <a:lvl4pPr marL="1600200" indent="-228600">
              <a:buFontTx/>
              <a:buBlip>
                <a:blip r:embed="rId2"/>
              </a:buBlip>
              <a:defRPr/>
            </a:lvl4pPr>
            <a:lvl5pPr marL="2057400" indent="-228600">
              <a:buFontTx/>
              <a:buBlip>
                <a:blip r:embed="rId2"/>
              </a:buBlip>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7383788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ur focus area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EC67FC4-C5D0-4ADC-A8C9-51C79B62F523}"/>
              </a:ext>
            </a:extLst>
          </p:cNvPr>
          <p:cNvSpPr/>
          <p:nvPr userDrawn="1"/>
        </p:nvSpPr>
        <p:spPr>
          <a:xfrm>
            <a:off x="0" y="4911634"/>
            <a:ext cx="12192000" cy="1946366"/>
          </a:xfrm>
          <a:prstGeom prst="rect">
            <a:avLst/>
          </a:prstGeom>
          <a:solidFill>
            <a:srgbClr val="00A19A"/>
          </a:solidFill>
          <a:ln w="12700" cap="flat" cmpd="sng" algn="ctr">
            <a:no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85A5"/>
              </a:solidFill>
              <a:effectLst/>
              <a:uLnTx/>
              <a:uFillTx/>
              <a:latin typeface="Calibri" panose="020F0502020204030204"/>
              <a:ea typeface="+mn-ea"/>
              <a:cs typeface="+mn-cs"/>
            </a:endParaRPr>
          </a:p>
        </p:txBody>
      </p:sp>
      <p:pic>
        <p:nvPicPr>
          <p:cNvPr id="31" name="Picture 30">
            <a:extLst>
              <a:ext uri="{FF2B5EF4-FFF2-40B4-BE49-F238E27FC236}">
                <a16:creationId xmlns:a16="http://schemas.microsoft.com/office/drawing/2014/main" id="{DA448D43-F6D4-4189-BBDC-53888D5AAE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943163" y="750749"/>
            <a:ext cx="1807605" cy="527241"/>
          </a:xfrm>
          <a:prstGeom prst="rect">
            <a:avLst/>
          </a:prstGeom>
        </p:spPr>
      </p:pic>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33" name="Text Placeholder 5">
            <a:extLst>
              <a:ext uri="{FF2B5EF4-FFF2-40B4-BE49-F238E27FC236}">
                <a16:creationId xmlns:a16="http://schemas.microsoft.com/office/drawing/2014/main" id="{44CC8692-0B4D-44DA-A5AE-4030ACC897F1}"/>
              </a:ext>
            </a:extLst>
          </p:cNvPr>
          <p:cNvSpPr>
            <a:spLocks noGrp="1"/>
          </p:cNvSpPr>
          <p:nvPr>
            <p:ph type="body" sz="quarter" idx="11" hasCustomPrompt="1"/>
          </p:nvPr>
        </p:nvSpPr>
        <p:spPr>
          <a:xfrm>
            <a:off x="441232" y="5020075"/>
            <a:ext cx="2990140" cy="1668108"/>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6" name="Text Placeholder 5">
            <a:extLst>
              <a:ext uri="{FF2B5EF4-FFF2-40B4-BE49-F238E27FC236}">
                <a16:creationId xmlns:a16="http://schemas.microsoft.com/office/drawing/2014/main" id="{36B6870B-E95A-4DA8-A4F8-26627F73F067}"/>
              </a:ext>
            </a:extLst>
          </p:cNvPr>
          <p:cNvSpPr>
            <a:spLocks noGrp="1"/>
          </p:cNvSpPr>
          <p:nvPr>
            <p:ph type="body" sz="quarter" idx="12" hasCustomPrompt="1"/>
          </p:nvPr>
        </p:nvSpPr>
        <p:spPr>
          <a:xfrm>
            <a:off x="4600930" y="2099073"/>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algn="ctr"/>
            <a:r>
              <a:rPr lang="en-GB" sz="2400" dirty="0">
                <a:solidFill>
                  <a:srgbClr val="EC6608"/>
                </a:solidFill>
                <a:latin typeface="Gotham Bold" pitchFamily="50" charset="0"/>
              </a:rPr>
              <a:t>Access to employment</a:t>
            </a:r>
          </a:p>
        </p:txBody>
      </p:sp>
      <p:sp>
        <p:nvSpPr>
          <p:cNvPr id="37" name="Text Placeholder 5">
            <a:extLst>
              <a:ext uri="{FF2B5EF4-FFF2-40B4-BE49-F238E27FC236}">
                <a16:creationId xmlns:a16="http://schemas.microsoft.com/office/drawing/2014/main" id="{E8AF5EBD-23A4-412B-829C-75793DD198C4}"/>
              </a:ext>
            </a:extLst>
          </p:cNvPr>
          <p:cNvSpPr>
            <a:spLocks noGrp="1"/>
          </p:cNvSpPr>
          <p:nvPr>
            <p:ph type="body" sz="quarter" idx="13" hasCustomPrompt="1"/>
          </p:nvPr>
        </p:nvSpPr>
        <p:spPr>
          <a:xfrm>
            <a:off x="4600930" y="5036511"/>
            <a:ext cx="2990140" cy="1668108"/>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8760627" y="2055839"/>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algn="ctr"/>
            <a:r>
              <a:rPr lang="en-GB" sz="2400" dirty="0">
                <a:solidFill>
                  <a:srgbClr val="EC6608"/>
                </a:solidFill>
                <a:latin typeface="Gotham Bold" pitchFamily="50" charset="0"/>
              </a:rPr>
              <a:t>Resilient Communities</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8760628" y="5036511"/>
            <a:ext cx="2990140" cy="1651672"/>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pic>
        <p:nvPicPr>
          <p:cNvPr id="14" name="Picture 13">
            <a:extLst>
              <a:ext uri="{FF2B5EF4-FFF2-40B4-BE49-F238E27FC236}">
                <a16:creationId xmlns:a16="http://schemas.microsoft.com/office/drawing/2014/main" id="{D9FFFF41-7974-4A2A-8E59-B118C62CF03E}"/>
              </a:ext>
            </a:extLst>
          </p:cNvPr>
          <p:cNvPicPr>
            <a:picLocks noChangeAspect="1"/>
          </p:cNvPicPr>
          <p:nvPr userDrawn="1"/>
        </p:nvPicPr>
        <p:blipFill>
          <a:blip r:embed="rId3"/>
          <a:stretch>
            <a:fillRect/>
          </a:stretch>
        </p:blipFill>
        <p:spPr>
          <a:xfrm>
            <a:off x="5171625" y="2860877"/>
            <a:ext cx="1848750" cy="1846196"/>
          </a:xfrm>
          <a:prstGeom prst="rect">
            <a:avLst/>
          </a:prstGeom>
        </p:spPr>
      </p:pic>
      <p:pic>
        <p:nvPicPr>
          <p:cNvPr id="15" name="Picture 14">
            <a:extLst>
              <a:ext uri="{FF2B5EF4-FFF2-40B4-BE49-F238E27FC236}">
                <a16:creationId xmlns:a16="http://schemas.microsoft.com/office/drawing/2014/main" id="{AB3204B0-888A-48E9-B178-02C77FB22956}"/>
              </a:ext>
            </a:extLst>
          </p:cNvPr>
          <p:cNvPicPr>
            <a:picLocks noChangeAspect="1"/>
          </p:cNvPicPr>
          <p:nvPr userDrawn="1"/>
        </p:nvPicPr>
        <p:blipFill>
          <a:blip r:embed="rId4"/>
          <a:stretch>
            <a:fillRect/>
          </a:stretch>
        </p:blipFill>
        <p:spPr>
          <a:xfrm>
            <a:off x="885204" y="2830126"/>
            <a:ext cx="1853846" cy="1846196"/>
          </a:xfrm>
          <a:prstGeom prst="rect">
            <a:avLst/>
          </a:prstGeom>
        </p:spPr>
      </p:pic>
      <p:pic>
        <p:nvPicPr>
          <p:cNvPr id="18" name="Picture 17">
            <a:extLst>
              <a:ext uri="{FF2B5EF4-FFF2-40B4-BE49-F238E27FC236}">
                <a16:creationId xmlns:a16="http://schemas.microsoft.com/office/drawing/2014/main" id="{F1CE2DF5-1A11-4950-A619-DAABA2C58084}"/>
              </a:ext>
            </a:extLst>
          </p:cNvPr>
          <p:cNvPicPr>
            <a:picLocks noChangeAspect="1"/>
          </p:cNvPicPr>
          <p:nvPr userDrawn="1"/>
        </p:nvPicPr>
        <p:blipFill>
          <a:blip r:embed="rId5"/>
          <a:stretch>
            <a:fillRect/>
          </a:stretch>
        </p:blipFill>
        <p:spPr>
          <a:xfrm flipH="1">
            <a:off x="9328774" y="2889945"/>
            <a:ext cx="1853847" cy="1859004"/>
          </a:xfrm>
          <a:prstGeom prst="rect">
            <a:avLst/>
          </a:prstGeom>
        </p:spPr>
      </p:pic>
      <p:sp>
        <p:nvSpPr>
          <p:cNvPr id="19" name="Text Placeholder 5">
            <a:extLst>
              <a:ext uri="{FF2B5EF4-FFF2-40B4-BE49-F238E27FC236}">
                <a16:creationId xmlns:a16="http://schemas.microsoft.com/office/drawing/2014/main" id="{41F60ACE-FE18-4991-9B6E-92E2DD851D6D}"/>
              </a:ext>
            </a:extLst>
          </p:cNvPr>
          <p:cNvSpPr>
            <a:spLocks noGrp="1"/>
          </p:cNvSpPr>
          <p:nvPr>
            <p:ph type="body" sz="quarter" idx="16" hasCustomPrompt="1"/>
          </p:nvPr>
        </p:nvSpPr>
        <p:spPr>
          <a:xfrm>
            <a:off x="317057" y="2103066"/>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algn="ctr"/>
            <a:r>
              <a:rPr lang="en-GB" sz="2400" dirty="0">
                <a:solidFill>
                  <a:srgbClr val="EC6608"/>
                </a:solidFill>
                <a:latin typeface="Gotham Bold" pitchFamily="50" charset="0"/>
              </a:rPr>
              <a:t>Solutions for an ageing society</a:t>
            </a:r>
          </a:p>
        </p:txBody>
      </p:sp>
    </p:spTree>
    <p:extLst>
      <p:ext uri="{BB962C8B-B14F-4D97-AF65-F5344CB8AC3E}">
        <p14:creationId xmlns:p14="http://schemas.microsoft.com/office/powerpoint/2010/main" val="36461120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C3EF3-2ED1-40DA-9CD8-07ABBA0EF7F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F0D1DBF-134D-4DA1-A8E8-530BB8EBF1E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E7862B0-7B12-4803-B640-B3746F8769AD}"/>
              </a:ext>
            </a:extLst>
          </p:cNvPr>
          <p:cNvSpPr>
            <a:spLocks noGrp="1"/>
          </p:cNvSpPr>
          <p:nvPr>
            <p:ph type="dt" sz="half" idx="10"/>
          </p:nvPr>
        </p:nvSpPr>
        <p:spPr/>
        <p:txBody>
          <a:bodyPr/>
          <a:lstStyle/>
          <a:p>
            <a:fld id="{185B4647-AAB0-494D-9C53-C19F2C8C90F9}" type="datetimeFigureOut">
              <a:rPr lang="en-GB" smtClean="0"/>
              <a:t>16/07/2020</a:t>
            </a:fld>
            <a:endParaRPr lang="en-GB"/>
          </a:p>
        </p:txBody>
      </p:sp>
      <p:sp>
        <p:nvSpPr>
          <p:cNvPr id="5" name="Footer Placeholder 4">
            <a:extLst>
              <a:ext uri="{FF2B5EF4-FFF2-40B4-BE49-F238E27FC236}">
                <a16:creationId xmlns:a16="http://schemas.microsoft.com/office/drawing/2014/main" id="{1FDE5B12-B281-4827-95CD-5A122378261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7A98191-5161-4EF6-8748-24F9F81688C2}"/>
              </a:ext>
            </a:extLst>
          </p:cNvPr>
          <p:cNvSpPr>
            <a:spLocks noGrp="1"/>
          </p:cNvSpPr>
          <p:nvPr>
            <p:ph type="sldNum" sz="quarter" idx="12"/>
          </p:nvPr>
        </p:nvSpPr>
        <p:spPr/>
        <p:txBody>
          <a:bodyPr/>
          <a:lstStyle/>
          <a:p>
            <a:fld id="{C741B7C8-AEFF-41C1-B803-35E17425C37E}" type="slidenum">
              <a:rPr lang="en-GB" smtClean="0"/>
              <a:t>‹#›</a:t>
            </a:fld>
            <a:endParaRPr lang="en-GB"/>
          </a:p>
        </p:txBody>
      </p:sp>
    </p:spTree>
    <p:extLst>
      <p:ext uri="{BB962C8B-B14F-4D97-AF65-F5344CB8AC3E}">
        <p14:creationId xmlns:p14="http://schemas.microsoft.com/office/powerpoint/2010/main" val="581426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image" Target="../media/image1.png"/><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3793922"/>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6C073B-9002-45FF-8A60-D00AF5498BE3}" type="datetimeFigureOut">
              <a:rPr lang="en-GB" smtClean="0"/>
              <a:t>16/07/2020</a:t>
            </a:fld>
            <a:endParaRPr lang="en-GB"/>
          </a:p>
        </p:txBody>
      </p:sp>
      <p:sp>
        <p:nvSpPr>
          <p:cNvPr id="5" name="Footer Placeholder 4"/>
          <p:cNvSpPr>
            <a:spLocks noGrp="1"/>
          </p:cNvSpPr>
          <p:nvPr>
            <p:ph type="ftr" sz="quarter" idx="3"/>
          </p:nvPr>
        </p:nvSpPr>
        <p:spPr>
          <a:xfrm>
            <a:off x="0" y="5819887"/>
            <a:ext cx="12192000" cy="1038113"/>
          </a:xfrm>
          <a:prstGeom prst="rect">
            <a:avLst/>
          </a:prstGeom>
          <a:solidFill>
            <a:srgbClr val="491A66"/>
          </a:solidFill>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9062421" y="61277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1F0FB5-D502-4438-886F-18082FA237F4}" type="slidenum">
              <a:rPr lang="en-GB" smtClean="0"/>
              <a:t>‹#›</a:t>
            </a:fld>
            <a:endParaRPr lang="en-GB" dirty="0"/>
          </a:p>
        </p:txBody>
      </p:sp>
      <p:pic>
        <p:nvPicPr>
          <p:cNvPr id="8" name="Picture 7">
            <a:extLst>
              <a:ext uri="{FF2B5EF4-FFF2-40B4-BE49-F238E27FC236}">
                <a16:creationId xmlns:a16="http://schemas.microsoft.com/office/drawing/2014/main" id="{0D202232-D9A4-4294-B888-27130295AC6F}"/>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9517829" y="6080721"/>
            <a:ext cx="1653988" cy="480697"/>
          </a:xfrm>
          <a:prstGeom prst="rect">
            <a:avLst/>
          </a:prstGeom>
        </p:spPr>
      </p:pic>
    </p:spTree>
    <p:extLst>
      <p:ext uri="{BB962C8B-B14F-4D97-AF65-F5344CB8AC3E}">
        <p14:creationId xmlns:p14="http://schemas.microsoft.com/office/powerpoint/2010/main" val="3066424861"/>
      </p:ext>
    </p:extLst>
  </p:cSld>
  <p:clrMap bg1="lt1" tx1="dk1" bg2="lt2" tx2="dk2" accent1="accent1" accent2="accent2" accent3="accent3" accent4="accent4" accent5="accent5" accent6="accent6" hlink="hlink" folHlink="folHlink"/>
  <p:sldLayoutIdLst>
    <p:sldLayoutId id="2147483678" r:id="rId1"/>
    <p:sldLayoutId id="2147483673" r:id="rId2"/>
    <p:sldLayoutId id="2147483674" r:id="rId3"/>
    <p:sldLayoutId id="2147483675" r:id="rId4"/>
    <p:sldLayoutId id="2147483676" r:id="rId5"/>
    <p:sldLayoutId id="2147483677" r:id="rId6"/>
    <p:sldLayoutId id="2147483684" r:id="rId7"/>
    <p:sldLayoutId id="2147483683" r:id="rId8"/>
    <p:sldLayoutId id="2147483685" r:id="rId9"/>
    <p:sldLayoutId id="2147483680" r:id="rId10"/>
    <p:sldLayoutId id="2147483681" r:id="rId11"/>
    <p:sldLayoutId id="2147483687" r:id="rId12"/>
    <p:sldLayoutId id="2147483686" r:id="rId13"/>
    <p:sldLayoutId id="2147483705"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3793922"/>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6C073B-9002-45FF-8A60-D00AF5498BE3}" type="datetimeFigureOut">
              <a:rPr lang="en-GB" smtClean="0"/>
              <a:t>16/07/2020</a:t>
            </a:fld>
            <a:endParaRPr lang="en-GB"/>
          </a:p>
        </p:txBody>
      </p:sp>
      <p:sp>
        <p:nvSpPr>
          <p:cNvPr id="5" name="Footer Placeholder 4"/>
          <p:cNvSpPr>
            <a:spLocks noGrp="1"/>
          </p:cNvSpPr>
          <p:nvPr>
            <p:ph type="ftr" sz="quarter" idx="3"/>
          </p:nvPr>
        </p:nvSpPr>
        <p:spPr>
          <a:xfrm>
            <a:off x="0" y="5819887"/>
            <a:ext cx="12192000" cy="1038113"/>
          </a:xfrm>
          <a:prstGeom prst="rect">
            <a:avLst/>
          </a:prstGeom>
          <a:solidFill>
            <a:srgbClr val="491A66"/>
          </a:solidFill>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9062421" y="61277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1F0FB5-D502-4438-886F-18082FA237F4}" type="slidenum">
              <a:rPr lang="en-GB" smtClean="0"/>
              <a:t>‹#›</a:t>
            </a:fld>
            <a:endParaRPr lang="en-GB" dirty="0"/>
          </a:p>
        </p:txBody>
      </p:sp>
      <p:pic>
        <p:nvPicPr>
          <p:cNvPr id="8" name="Picture 7">
            <a:extLst>
              <a:ext uri="{FF2B5EF4-FFF2-40B4-BE49-F238E27FC236}">
                <a16:creationId xmlns:a16="http://schemas.microsoft.com/office/drawing/2014/main" id="{0D202232-D9A4-4294-B888-27130295AC6F}"/>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9517829" y="6080721"/>
            <a:ext cx="1653988" cy="480697"/>
          </a:xfrm>
          <a:prstGeom prst="rect">
            <a:avLst/>
          </a:prstGeom>
        </p:spPr>
      </p:pic>
    </p:spTree>
    <p:extLst>
      <p:ext uri="{BB962C8B-B14F-4D97-AF65-F5344CB8AC3E}">
        <p14:creationId xmlns:p14="http://schemas.microsoft.com/office/powerpoint/2010/main" val="338655863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2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9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2564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03D5D-160F-4499-AE64-7508BBA9FB77}"/>
              </a:ext>
            </a:extLst>
          </p:cNvPr>
          <p:cNvSpPr>
            <a:spLocks noGrp="1"/>
          </p:cNvSpPr>
          <p:nvPr>
            <p:ph type="title"/>
          </p:nvPr>
        </p:nvSpPr>
        <p:spPr/>
        <p:txBody>
          <a:bodyPr/>
          <a:lstStyle/>
          <a:p>
            <a:r>
              <a:rPr lang="en-GB" dirty="0"/>
              <a:t>Agenda</a:t>
            </a:r>
          </a:p>
        </p:txBody>
      </p:sp>
      <p:sp>
        <p:nvSpPr>
          <p:cNvPr id="3" name="Content Placeholder 2">
            <a:extLst>
              <a:ext uri="{FF2B5EF4-FFF2-40B4-BE49-F238E27FC236}">
                <a16:creationId xmlns:a16="http://schemas.microsoft.com/office/drawing/2014/main" id="{07346475-B1CF-4FD2-BE47-338EEC0DB114}"/>
              </a:ext>
            </a:extLst>
          </p:cNvPr>
          <p:cNvSpPr>
            <a:spLocks noGrp="1"/>
          </p:cNvSpPr>
          <p:nvPr>
            <p:ph sz="quarter" idx="10"/>
          </p:nvPr>
        </p:nvSpPr>
        <p:spPr/>
        <p:txBody>
          <a:bodyPr>
            <a:normAutofit fontScale="92500" lnSpcReduction="10000"/>
          </a:bodyPr>
          <a:lstStyle/>
          <a:p>
            <a:pPr marL="0" indent="0">
              <a:buNone/>
            </a:pPr>
            <a:endParaRPr lang="en-GB" dirty="0"/>
          </a:p>
          <a:p>
            <a:pPr marL="542925" indent="-498475"/>
            <a:r>
              <a:rPr lang="en-GB" dirty="0"/>
              <a:t>Overview of social impact</a:t>
            </a:r>
          </a:p>
          <a:p>
            <a:pPr marL="542925" indent="-498475"/>
            <a:r>
              <a:rPr lang="en-GB" dirty="0"/>
              <a:t>Identifying the problem</a:t>
            </a:r>
          </a:p>
          <a:p>
            <a:pPr marL="542925" indent="-498475"/>
            <a:r>
              <a:rPr lang="en-GB" dirty="0"/>
              <a:t>Mapping key stakeholders</a:t>
            </a:r>
          </a:p>
          <a:p>
            <a:pPr marL="542925" indent="-498475"/>
            <a:r>
              <a:rPr lang="en-GB" dirty="0"/>
              <a:t>Break</a:t>
            </a:r>
          </a:p>
          <a:p>
            <a:pPr marL="542925" indent="-498475"/>
            <a:r>
              <a:rPr lang="en-GB" dirty="0"/>
              <a:t>Designing your Impact Framework</a:t>
            </a:r>
            <a:r>
              <a:rPr lang="en-GB" b="1" dirty="0"/>
              <a:t> </a:t>
            </a:r>
            <a:r>
              <a:rPr lang="en-GB" dirty="0"/>
              <a:t> </a:t>
            </a:r>
          </a:p>
          <a:p>
            <a:pPr marL="542925" indent="-498475"/>
            <a:r>
              <a:rPr lang="en-GB" dirty="0"/>
              <a:t> touch on - Building KPIs around the Impact Framework and how you will 			measure them</a:t>
            </a:r>
          </a:p>
          <a:p>
            <a:pPr marL="542925" indent="-498475"/>
            <a:r>
              <a:rPr lang="en-GB" dirty="0"/>
              <a:t>end</a:t>
            </a:r>
          </a:p>
        </p:txBody>
      </p:sp>
    </p:spTree>
    <p:extLst>
      <p:ext uri="{BB962C8B-B14F-4D97-AF65-F5344CB8AC3E}">
        <p14:creationId xmlns:p14="http://schemas.microsoft.com/office/powerpoint/2010/main" val="2708650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CEE189-34D4-8540-817E-7FE931CFE9F2}"/>
              </a:ext>
            </a:extLst>
          </p:cNvPr>
          <p:cNvSpPr>
            <a:spLocks noGrp="1"/>
          </p:cNvSpPr>
          <p:nvPr>
            <p:ph type="body" sz="quarter" idx="10"/>
          </p:nvPr>
        </p:nvSpPr>
        <p:spPr/>
        <p:txBody>
          <a:bodyPr>
            <a:normAutofit/>
          </a:bodyPr>
          <a:lstStyle/>
          <a:p>
            <a:r>
              <a:rPr lang="en-GB" dirty="0"/>
              <a:t>Social Impact</a:t>
            </a:r>
          </a:p>
        </p:txBody>
      </p:sp>
    </p:spTree>
    <p:extLst>
      <p:ext uri="{BB962C8B-B14F-4D97-AF65-F5344CB8AC3E}">
        <p14:creationId xmlns:p14="http://schemas.microsoft.com/office/powerpoint/2010/main" val="4137573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27CC2-3267-B548-8E66-F532FCE4C9AF}"/>
              </a:ext>
            </a:extLst>
          </p:cNvPr>
          <p:cNvSpPr>
            <a:spLocks noGrp="1"/>
          </p:cNvSpPr>
          <p:nvPr>
            <p:ph type="title"/>
          </p:nvPr>
        </p:nvSpPr>
        <p:spPr/>
        <p:txBody>
          <a:bodyPr/>
          <a:lstStyle/>
          <a:p>
            <a:r>
              <a:rPr lang="en-GB" dirty="0"/>
              <a:t>Why Measure Social Impact?</a:t>
            </a:r>
          </a:p>
        </p:txBody>
      </p:sp>
      <p:sp>
        <p:nvSpPr>
          <p:cNvPr id="3" name="Content Placeholder 2">
            <a:extLst>
              <a:ext uri="{FF2B5EF4-FFF2-40B4-BE49-F238E27FC236}">
                <a16:creationId xmlns:a16="http://schemas.microsoft.com/office/drawing/2014/main" id="{785EF832-FDE8-2F4B-A72E-5DD74EBC9EA2}"/>
              </a:ext>
            </a:extLst>
          </p:cNvPr>
          <p:cNvSpPr>
            <a:spLocks noGrp="1"/>
          </p:cNvSpPr>
          <p:nvPr>
            <p:ph sz="quarter" idx="10"/>
          </p:nvPr>
        </p:nvSpPr>
        <p:spPr/>
        <p:txBody>
          <a:bodyPr/>
          <a:lstStyle/>
          <a:p>
            <a:pPr marL="588963" indent="-498475"/>
            <a:r>
              <a:rPr lang="en-GB" dirty="0"/>
              <a:t>Developing long term strategy</a:t>
            </a:r>
          </a:p>
          <a:p>
            <a:pPr marL="588963" indent="-498475"/>
            <a:r>
              <a:rPr lang="en-GB" dirty="0"/>
              <a:t>Managing resources and opportunities</a:t>
            </a:r>
          </a:p>
          <a:p>
            <a:pPr marL="588963" indent="-498475"/>
            <a:r>
              <a:rPr lang="en-GB" dirty="0"/>
              <a:t>Improving product/service quality</a:t>
            </a:r>
          </a:p>
          <a:p>
            <a:pPr marL="588963" indent="-498475"/>
            <a:r>
              <a:rPr lang="en-GB" dirty="0"/>
              <a:t>Evidence the change you are making</a:t>
            </a:r>
          </a:p>
          <a:p>
            <a:pPr marL="588963" indent="-498475"/>
            <a:r>
              <a:rPr lang="en-GB" dirty="0"/>
              <a:t>Applying for funding</a:t>
            </a:r>
          </a:p>
          <a:p>
            <a:pPr marL="588963" indent="-498475"/>
            <a:r>
              <a:rPr lang="en-GB" dirty="0"/>
              <a:t>Engaging corporates </a:t>
            </a:r>
          </a:p>
          <a:p>
            <a:pPr marL="588963" indent="-498475"/>
            <a:r>
              <a:rPr lang="en-GB" dirty="0"/>
              <a:t>Communicating with customers</a:t>
            </a:r>
          </a:p>
        </p:txBody>
      </p:sp>
    </p:spTree>
    <p:extLst>
      <p:ext uri="{BB962C8B-B14F-4D97-AF65-F5344CB8AC3E}">
        <p14:creationId xmlns:p14="http://schemas.microsoft.com/office/powerpoint/2010/main" val="543139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F320C93-34D3-FB4E-A027-DA7112D1C3ED}"/>
              </a:ext>
            </a:extLst>
          </p:cNvPr>
          <p:cNvSpPr>
            <a:spLocks noGrp="1"/>
          </p:cNvSpPr>
          <p:nvPr>
            <p:ph type="title"/>
          </p:nvPr>
        </p:nvSpPr>
        <p:spPr/>
        <p:txBody>
          <a:bodyPr/>
          <a:lstStyle/>
          <a:p>
            <a:r>
              <a:rPr lang="en-GB" dirty="0"/>
              <a:t>What is Social Impact</a:t>
            </a:r>
          </a:p>
        </p:txBody>
      </p:sp>
      <p:sp>
        <p:nvSpPr>
          <p:cNvPr id="10" name="TextBox 9">
            <a:extLst>
              <a:ext uri="{FF2B5EF4-FFF2-40B4-BE49-F238E27FC236}">
                <a16:creationId xmlns:a16="http://schemas.microsoft.com/office/drawing/2014/main" id="{40308920-326C-4AA0-A1AD-D4D01BAFF854}"/>
              </a:ext>
            </a:extLst>
          </p:cNvPr>
          <p:cNvSpPr txBox="1"/>
          <p:nvPr/>
        </p:nvSpPr>
        <p:spPr>
          <a:xfrm>
            <a:off x="666761" y="2341112"/>
            <a:ext cx="5581641" cy="6622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a:t>
            </a:r>
            <a:r>
              <a:rPr kumimoji="0" lang="en-GB" sz="1800" b="0" i="1" u="none" strike="noStrike" kern="1200" cap="none" spc="0" normalizeH="0" baseline="0" noProof="0" dirty="0">
                <a:ln>
                  <a:noFill/>
                </a:ln>
                <a:solidFill>
                  <a:prstClr val="white"/>
                </a:solidFill>
                <a:effectLst/>
                <a:uLnTx/>
                <a:uFillTx/>
                <a:latin typeface="Gotham Book"/>
                <a:ea typeface="+mn-ea"/>
                <a:cs typeface="+mn-cs"/>
              </a:rPr>
              <a:t>The </a:t>
            </a:r>
            <a:r>
              <a:rPr kumimoji="0" lang="en-GB" sz="1800" b="1" i="1" u="none" strike="noStrike" kern="1200" cap="none" spc="0" normalizeH="0" baseline="0" noProof="0" dirty="0">
                <a:ln>
                  <a:noFill/>
                </a:ln>
                <a:solidFill>
                  <a:prstClr val="white"/>
                </a:solidFill>
                <a:effectLst/>
                <a:uLnTx/>
                <a:uFillTx/>
                <a:latin typeface="Gotham Book"/>
                <a:ea typeface="+mn-ea"/>
                <a:cs typeface="+mn-cs"/>
              </a:rPr>
              <a:t>net effect of an activity </a:t>
            </a:r>
            <a:r>
              <a:rPr kumimoji="0" lang="en-GB" sz="1800" b="0" i="1" u="none" strike="noStrike" kern="1200" cap="none" spc="0" normalizeH="0" baseline="0" noProof="0" dirty="0">
                <a:ln>
                  <a:noFill/>
                </a:ln>
                <a:solidFill>
                  <a:prstClr val="white"/>
                </a:solidFill>
                <a:effectLst/>
                <a:uLnTx/>
                <a:uFillTx/>
                <a:latin typeface="Gotham Book"/>
                <a:ea typeface="+mn-ea"/>
                <a:cs typeface="+mn-cs"/>
              </a:rPr>
              <a:t>on the community and the well-being of individuals and families.”</a:t>
            </a:r>
            <a:endParaRPr kumimoji="0" lang="en-GB" sz="1800" b="0" i="0" u="none" strike="noStrike" kern="1200" cap="none" spc="0" normalizeH="0" baseline="0" noProof="0" dirty="0">
              <a:ln>
                <a:noFill/>
              </a:ln>
              <a:solidFill>
                <a:prstClr val="white"/>
              </a:solidFill>
              <a:effectLst/>
              <a:uLnTx/>
              <a:uFillTx/>
              <a:latin typeface="Gotham Book"/>
              <a:ea typeface="+mn-ea"/>
              <a:cs typeface="+mn-cs"/>
            </a:endParaRPr>
          </a:p>
        </p:txBody>
      </p:sp>
      <p:sp>
        <p:nvSpPr>
          <p:cNvPr id="15" name="TextBox 14">
            <a:extLst>
              <a:ext uri="{FF2B5EF4-FFF2-40B4-BE49-F238E27FC236}">
                <a16:creationId xmlns:a16="http://schemas.microsoft.com/office/drawing/2014/main" id="{C2C6479E-E902-4E72-B008-F15B0C1AEC21}"/>
              </a:ext>
            </a:extLst>
          </p:cNvPr>
          <p:cNvSpPr txBox="1"/>
          <p:nvPr/>
        </p:nvSpPr>
        <p:spPr>
          <a:xfrm>
            <a:off x="3028955" y="2959877"/>
            <a:ext cx="85724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solidFill>
                <a:effectLst/>
                <a:uLnTx/>
                <a:uFillTx/>
                <a:latin typeface="Gotham Book"/>
                <a:ea typeface="+mn-ea"/>
                <a:cs typeface="+mn-cs"/>
              </a:rPr>
              <a:t>or</a:t>
            </a:r>
          </a:p>
        </p:txBody>
      </p:sp>
      <p:sp>
        <p:nvSpPr>
          <p:cNvPr id="16" name="TextBox 15">
            <a:extLst>
              <a:ext uri="{FF2B5EF4-FFF2-40B4-BE49-F238E27FC236}">
                <a16:creationId xmlns:a16="http://schemas.microsoft.com/office/drawing/2014/main" id="{7E30CF10-C8D1-4725-9B53-14E5A3C379A9}"/>
              </a:ext>
            </a:extLst>
          </p:cNvPr>
          <p:cNvSpPr txBox="1"/>
          <p:nvPr/>
        </p:nvSpPr>
        <p:spPr>
          <a:xfrm>
            <a:off x="666761" y="3329209"/>
            <a:ext cx="5581641" cy="75787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a:t>
            </a:r>
            <a:r>
              <a:rPr kumimoji="0" lang="en-GB" sz="1800" b="0" i="1" u="none" strike="noStrike" kern="1200" cap="none" spc="0" normalizeH="0" baseline="0" noProof="0" dirty="0">
                <a:ln>
                  <a:noFill/>
                </a:ln>
                <a:solidFill>
                  <a:prstClr val="white"/>
                </a:solidFill>
                <a:effectLst/>
                <a:uLnTx/>
                <a:uFillTx/>
                <a:latin typeface="Gotham Book"/>
                <a:ea typeface="+mn-ea"/>
                <a:cs typeface="+mn-cs"/>
              </a:rPr>
              <a:t>A </a:t>
            </a:r>
            <a:r>
              <a:rPr kumimoji="0" lang="en-GB" sz="1800" b="1" i="1" u="none" strike="noStrike" kern="1200" cap="none" spc="0" normalizeH="0" baseline="0" noProof="0" dirty="0">
                <a:ln>
                  <a:noFill/>
                </a:ln>
                <a:solidFill>
                  <a:prstClr val="white"/>
                </a:solidFill>
                <a:effectLst/>
                <a:uLnTx/>
                <a:uFillTx/>
                <a:latin typeface="Gotham Book"/>
                <a:ea typeface="+mn-ea"/>
                <a:cs typeface="+mn-cs"/>
              </a:rPr>
              <a:t>significant positive change</a:t>
            </a:r>
            <a:r>
              <a:rPr kumimoji="0" lang="en-GB" sz="1800" b="0" i="1" u="none" strike="noStrike" kern="1200" cap="none" spc="0" normalizeH="0" baseline="0" noProof="0" dirty="0">
                <a:ln>
                  <a:noFill/>
                </a:ln>
                <a:solidFill>
                  <a:prstClr val="white"/>
                </a:solidFill>
                <a:effectLst/>
                <a:uLnTx/>
                <a:uFillTx/>
                <a:latin typeface="Gotham Book"/>
                <a:ea typeface="+mn-ea"/>
                <a:cs typeface="+mn-cs"/>
              </a:rPr>
              <a:t> that addressed a pressing social challenge.”</a:t>
            </a:r>
            <a:endParaRPr kumimoji="0" lang="en-GB" sz="1800" b="0" i="0" u="none" strike="noStrike" kern="1200" cap="none" spc="0" normalizeH="0" baseline="0" noProof="0" dirty="0">
              <a:ln>
                <a:noFill/>
              </a:ln>
              <a:solidFill>
                <a:prstClr val="white"/>
              </a:solidFill>
              <a:effectLst/>
              <a:uLnTx/>
              <a:uFillTx/>
              <a:latin typeface="Gotham Book"/>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Gotham Book"/>
              <a:ea typeface="+mn-ea"/>
              <a:cs typeface="+mn-cs"/>
            </a:endParaRPr>
          </a:p>
        </p:txBody>
      </p:sp>
      <p:sp>
        <p:nvSpPr>
          <p:cNvPr id="17" name="TextBox 16">
            <a:extLst>
              <a:ext uri="{FF2B5EF4-FFF2-40B4-BE49-F238E27FC236}">
                <a16:creationId xmlns:a16="http://schemas.microsoft.com/office/drawing/2014/main" id="{4B4432FD-59D9-47BC-A43E-3FCADB10C671}"/>
              </a:ext>
            </a:extLst>
          </p:cNvPr>
          <p:cNvSpPr txBox="1"/>
          <p:nvPr/>
        </p:nvSpPr>
        <p:spPr>
          <a:xfrm>
            <a:off x="3103965" y="4003904"/>
            <a:ext cx="707225"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solidFill>
                <a:effectLst/>
                <a:uLnTx/>
                <a:uFillTx/>
                <a:latin typeface="Gotham Book"/>
                <a:ea typeface="+mn-ea"/>
                <a:cs typeface="+mn-cs"/>
              </a:rPr>
              <a:t>or</a:t>
            </a:r>
          </a:p>
        </p:txBody>
      </p:sp>
      <p:sp>
        <p:nvSpPr>
          <p:cNvPr id="18" name="TextBox 17">
            <a:extLst>
              <a:ext uri="{FF2B5EF4-FFF2-40B4-BE49-F238E27FC236}">
                <a16:creationId xmlns:a16="http://schemas.microsoft.com/office/drawing/2014/main" id="{40EA4F60-50DE-400F-AD51-72D7A22DB2AF}"/>
              </a:ext>
            </a:extLst>
          </p:cNvPr>
          <p:cNvSpPr txBox="1"/>
          <p:nvPr/>
        </p:nvSpPr>
        <p:spPr>
          <a:xfrm>
            <a:off x="647717" y="4416443"/>
            <a:ext cx="5581641" cy="7526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a:t>
            </a:r>
            <a:r>
              <a:rPr kumimoji="0" lang="en-GB" sz="1800" b="0" i="1" u="none" strike="noStrike" kern="1200" cap="none" spc="0" normalizeH="0" baseline="0" noProof="0" dirty="0">
                <a:ln>
                  <a:noFill/>
                </a:ln>
                <a:solidFill>
                  <a:prstClr val="white"/>
                </a:solidFill>
                <a:effectLst/>
                <a:uLnTx/>
                <a:uFillTx/>
                <a:latin typeface="Gotham Book"/>
                <a:ea typeface="+mn-ea"/>
                <a:cs typeface="+mn-cs"/>
              </a:rPr>
              <a:t>the </a:t>
            </a:r>
            <a:r>
              <a:rPr kumimoji="0" lang="en-GB" sz="1800" b="1" i="1" u="none" strike="noStrike" kern="1200" cap="none" spc="0" normalizeH="0" baseline="0" noProof="0" dirty="0">
                <a:ln>
                  <a:noFill/>
                </a:ln>
                <a:solidFill>
                  <a:prstClr val="white"/>
                </a:solidFill>
                <a:effectLst/>
                <a:uLnTx/>
                <a:uFillTx/>
                <a:latin typeface="Gotham Book"/>
                <a:ea typeface="+mn-ea"/>
                <a:cs typeface="+mn-cs"/>
              </a:rPr>
              <a:t>social change </a:t>
            </a:r>
            <a:r>
              <a:rPr kumimoji="0" lang="en-GB" sz="1800" b="0" i="1" u="none" strike="noStrike" kern="1200" cap="none" spc="0" normalizeH="0" baseline="0" noProof="0" dirty="0">
                <a:ln>
                  <a:noFill/>
                </a:ln>
                <a:solidFill>
                  <a:prstClr val="white"/>
                </a:solidFill>
                <a:effectLst/>
                <a:uLnTx/>
                <a:uFillTx/>
                <a:latin typeface="Gotham Book"/>
                <a:ea typeface="+mn-ea"/>
                <a:cs typeface="+mn-cs"/>
              </a:rPr>
              <a:t>that an organisation creates through its actions (i.e. the impact of its interventions).“</a:t>
            </a:r>
            <a:endParaRPr kumimoji="0" lang="en-GB" sz="1800" b="0" i="0" u="none" strike="noStrike" kern="1200" cap="none" spc="0" normalizeH="0" baseline="0" noProof="0" dirty="0">
              <a:ln>
                <a:noFill/>
              </a:ln>
              <a:solidFill>
                <a:prstClr val="white"/>
              </a:solidFill>
              <a:effectLst/>
              <a:uLnTx/>
              <a:uFillTx/>
              <a:latin typeface="Gotham Book"/>
              <a:ea typeface="+mn-ea"/>
              <a:cs typeface="+mn-cs"/>
            </a:endParaRPr>
          </a:p>
        </p:txBody>
      </p:sp>
      <p:sp>
        <p:nvSpPr>
          <p:cNvPr id="19" name="TextBox 15">
            <a:extLst>
              <a:ext uri="{FF2B5EF4-FFF2-40B4-BE49-F238E27FC236}">
                <a16:creationId xmlns:a16="http://schemas.microsoft.com/office/drawing/2014/main" id="{74A996C7-7F8A-402D-98A0-77F2E34D60B4}"/>
              </a:ext>
            </a:extLst>
          </p:cNvPr>
          <p:cNvSpPr txBox="1">
            <a:spLocks noChangeArrowheads="1"/>
          </p:cNvSpPr>
          <p:nvPr/>
        </p:nvSpPr>
        <p:spPr bwMode="auto">
          <a:xfrm>
            <a:off x="3664534" y="4067794"/>
            <a:ext cx="2937217" cy="261610"/>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1" u="none" strike="noStrike" kern="1200" cap="none" spc="0" normalizeH="0" baseline="0" noProof="0" dirty="0">
                <a:ln>
                  <a:noFill/>
                </a:ln>
                <a:solidFill>
                  <a:srgbClr val="5D5D5D"/>
                </a:solidFill>
                <a:effectLst/>
                <a:uLnTx/>
                <a:uFillTx/>
                <a:latin typeface="Georgia" pitchFamily="-103" charset="0"/>
                <a:ea typeface="+mn-ea"/>
                <a:cs typeface="+mn-cs"/>
              </a:rPr>
              <a:t>University of Michigan Business School</a:t>
            </a:r>
          </a:p>
        </p:txBody>
      </p:sp>
      <p:sp>
        <p:nvSpPr>
          <p:cNvPr id="20" name="TextBox 15">
            <a:extLst>
              <a:ext uri="{FF2B5EF4-FFF2-40B4-BE49-F238E27FC236}">
                <a16:creationId xmlns:a16="http://schemas.microsoft.com/office/drawing/2014/main" id="{E72590D5-C350-417C-AA8A-CEC238BB4E22}"/>
              </a:ext>
            </a:extLst>
          </p:cNvPr>
          <p:cNvSpPr txBox="1">
            <a:spLocks noChangeArrowheads="1"/>
          </p:cNvSpPr>
          <p:nvPr/>
        </p:nvSpPr>
        <p:spPr bwMode="auto">
          <a:xfrm>
            <a:off x="3664534" y="3003384"/>
            <a:ext cx="3296842" cy="261610"/>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1" u="none" strike="noStrike" kern="1200" cap="none" spc="0" normalizeH="0" baseline="0" noProof="0" dirty="0">
                <a:ln>
                  <a:noFill/>
                </a:ln>
                <a:solidFill>
                  <a:srgbClr val="5D5D5D"/>
                </a:solidFill>
                <a:effectLst/>
                <a:uLnTx/>
                <a:uFillTx/>
                <a:latin typeface="Georgia" pitchFamily="-103" charset="0"/>
                <a:ea typeface="+mn-ea"/>
                <a:cs typeface="+mn-cs"/>
              </a:rPr>
              <a:t>Centre for Social Impact (CSI)</a:t>
            </a:r>
          </a:p>
        </p:txBody>
      </p:sp>
      <p:sp>
        <p:nvSpPr>
          <p:cNvPr id="21" name="TextBox 15">
            <a:extLst>
              <a:ext uri="{FF2B5EF4-FFF2-40B4-BE49-F238E27FC236}">
                <a16:creationId xmlns:a16="http://schemas.microsoft.com/office/drawing/2014/main" id="{230E9E79-1650-4C9A-B416-3E9CA042699F}"/>
              </a:ext>
            </a:extLst>
          </p:cNvPr>
          <p:cNvSpPr txBox="1">
            <a:spLocks noChangeArrowheads="1"/>
          </p:cNvSpPr>
          <p:nvPr/>
        </p:nvSpPr>
        <p:spPr bwMode="auto">
          <a:xfrm>
            <a:off x="5431493" y="5111678"/>
            <a:ext cx="867850" cy="261610"/>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1" u="none" strike="noStrike" kern="1200" cap="none" spc="0" normalizeH="0" baseline="0" noProof="0" dirty="0" err="1">
                <a:ln>
                  <a:noFill/>
                </a:ln>
                <a:solidFill>
                  <a:srgbClr val="5D5D5D"/>
                </a:solidFill>
                <a:effectLst/>
                <a:uLnTx/>
                <a:uFillTx/>
                <a:latin typeface="Georgia" pitchFamily="-103" charset="0"/>
                <a:ea typeface="+mn-ea"/>
                <a:cs typeface="+mn-cs"/>
              </a:rPr>
              <a:t>UnLtd</a:t>
            </a:r>
            <a:endParaRPr kumimoji="0" lang="en-GB" sz="1100" b="0" i="1" u="none" strike="noStrike" kern="1200" cap="none" spc="0" normalizeH="0" baseline="0" noProof="0" dirty="0">
              <a:ln>
                <a:noFill/>
              </a:ln>
              <a:solidFill>
                <a:srgbClr val="5D5D5D"/>
              </a:solidFill>
              <a:effectLst/>
              <a:uLnTx/>
              <a:uFillTx/>
              <a:latin typeface="Georgia" pitchFamily="-103" charset="0"/>
              <a:ea typeface="+mn-ea"/>
              <a:cs typeface="+mn-cs"/>
            </a:endParaRPr>
          </a:p>
        </p:txBody>
      </p:sp>
      <p:sp>
        <p:nvSpPr>
          <p:cNvPr id="3" name="Arrow: Down 2">
            <a:extLst>
              <a:ext uri="{FF2B5EF4-FFF2-40B4-BE49-F238E27FC236}">
                <a16:creationId xmlns:a16="http://schemas.microsoft.com/office/drawing/2014/main" id="{B4ADD49F-DEEA-4FA0-A354-895D6A6A3D79}"/>
              </a:ext>
            </a:extLst>
          </p:cNvPr>
          <p:cNvSpPr/>
          <p:nvPr/>
        </p:nvSpPr>
        <p:spPr>
          <a:xfrm rot="16200000">
            <a:off x="6698920" y="3577342"/>
            <a:ext cx="359625" cy="26161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sp>
        <p:nvSpPr>
          <p:cNvPr id="22" name="TextBox 21">
            <a:extLst>
              <a:ext uri="{FF2B5EF4-FFF2-40B4-BE49-F238E27FC236}">
                <a16:creationId xmlns:a16="http://schemas.microsoft.com/office/drawing/2014/main" id="{E1371879-6CD0-416A-BFA8-736902E5EFAF}"/>
              </a:ext>
            </a:extLst>
          </p:cNvPr>
          <p:cNvSpPr txBox="1"/>
          <p:nvPr/>
        </p:nvSpPr>
        <p:spPr>
          <a:xfrm>
            <a:off x="7162320" y="2320766"/>
            <a:ext cx="4770816" cy="2921717"/>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It has to be an </a:t>
            </a:r>
            <a:r>
              <a:rPr kumimoji="0" lang="en-GB" sz="1800" b="1" i="0" u="none" strike="noStrike" kern="1200" cap="none" spc="0" normalizeH="0" baseline="0" noProof="0" dirty="0">
                <a:ln>
                  <a:noFill/>
                </a:ln>
                <a:solidFill>
                  <a:sysClr val="windowText" lastClr="000000"/>
                </a:solidFill>
                <a:effectLst/>
                <a:uLnTx/>
                <a:uFillTx/>
                <a:latin typeface="Gotham Book"/>
                <a:ea typeface="+mn-ea"/>
                <a:cs typeface="+mn-cs"/>
              </a:rPr>
              <a:t>actual change </a:t>
            </a: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that wouldn’t have happened without your work. </a:t>
            </a: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It’s about an </a:t>
            </a:r>
            <a:r>
              <a:rPr kumimoji="0" lang="en-GB" sz="1800" b="1" i="0" u="none" strike="noStrike" kern="1200" cap="none" spc="0" normalizeH="0" baseline="0" noProof="0" dirty="0">
                <a:ln>
                  <a:noFill/>
                </a:ln>
                <a:solidFill>
                  <a:sysClr val="windowText" lastClr="000000"/>
                </a:solidFill>
                <a:effectLst/>
                <a:uLnTx/>
                <a:uFillTx/>
                <a:latin typeface="Gotham Book"/>
                <a:ea typeface="+mn-ea"/>
                <a:cs typeface="+mn-cs"/>
              </a:rPr>
              <a:t>important change </a:t>
            </a: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to a person/people/community. </a:t>
            </a: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It has to be a change that has some </a:t>
            </a:r>
            <a:r>
              <a:rPr kumimoji="0" lang="en-GB" sz="1800" b="1" i="0" u="none" strike="noStrike" kern="1200" cap="none" spc="0" normalizeH="0" baseline="0" noProof="0" dirty="0">
                <a:ln>
                  <a:noFill/>
                </a:ln>
                <a:solidFill>
                  <a:sysClr val="windowText" lastClr="000000"/>
                </a:solidFill>
                <a:effectLst/>
                <a:uLnTx/>
                <a:uFillTx/>
                <a:latin typeface="Gotham Book"/>
                <a:ea typeface="+mn-ea"/>
                <a:cs typeface="+mn-cs"/>
              </a:rPr>
              <a:t>‘staying power’</a:t>
            </a: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 it lasts beyond the interaction.</a:t>
            </a: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endPar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endParaRPr>
          </a:p>
        </p:txBody>
      </p:sp>
    </p:spTree>
    <p:extLst>
      <p:ext uri="{BB962C8B-B14F-4D97-AF65-F5344CB8AC3E}">
        <p14:creationId xmlns:p14="http://schemas.microsoft.com/office/powerpoint/2010/main" val="1982387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10"/>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20"/>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15"/>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16"/>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9"/>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17"/>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42" presetClass="path" presetSubtype="0" accel="50000" decel="50000" fill="hold" grpId="1" nodeType="clickEffect">
                                  <p:stCondLst>
                                    <p:cond delay="0"/>
                                  </p:stCondLst>
                                  <p:childTnLst>
                                    <p:animMotion origin="layout" path="M 3.75E-6 -7.40741E-7 L 0.00104 -0.25463 " pathEditMode="relative" rAng="0" ptsTypes="AA">
                                      <p:cBhvr>
                                        <p:cTn id="48" dur="2000" fill="hold"/>
                                        <p:tgtEl>
                                          <p:spTgt spid="18"/>
                                        </p:tgtEl>
                                        <p:attrNameLst>
                                          <p:attrName>ppt_x</p:attrName>
                                          <p:attrName>ppt_y</p:attrName>
                                        </p:attrNameLst>
                                      </p:cBhvr>
                                      <p:rCtr x="52" y="-12731"/>
                                    </p:animMotion>
                                  </p:childTnLst>
                                </p:cTn>
                              </p:par>
                              <p:par>
                                <p:cTn id="49" presetID="42" presetClass="path" presetSubtype="0" accel="50000" decel="50000" fill="hold" grpId="1" nodeType="withEffect">
                                  <p:stCondLst>
                                    <p:cond delay="0"/>
                                  </p:stCondLst>
                                  <p:childTnLst>
                                    <p:animMotion origin="layout" path="M -4.58333E-6 1.11022E-16 L -0.00598 -0.24421 " pathEditMode="relative" rAng="0" ptsTypes="AA">
                                      <p:cBhvr>
                                        <p:cTn id="50" dur="2000" fill="hold"/>
                                        <p:tgtEl>
                                          <p:spTgt spid="21"/>
                                        </p:tgtEl>
                                        <p:attrNameLst>
                                          <p:attrName>ppt_x</p:attrName>
                                          <p:attrName>ppt_y</p:attrName>
                                        </p:attrNameLst>
                                      </p:cBhvr>
                                      <p:rCtr x="-299" y="-12222"/>
                                    </p:animMotion>
                                  </p:childTnLst>
                                </p:cTn>
                              </p:par>
                              <p:par>
                                <p:cTn id="51" presetID="42" presetClass="path" presetSubtype="0" accel="50000" decel="50000" fill="hold" grpId="1" nodeType="withEffect">
                                  <p:stCondLst>
                                    <p:cond delay="0"/>
                                  </p:stCondLst>
                                  <p:childTnLst>
                                    <p:animMotion origin="layout" path="M 1.25E-6 -7.40741E-7 L -0.00156 -0.2375 " pathEditMode="relative" rAng="0" ptsTypes="AA">
                                      <p:cBhvr>
                                        <p:cTn id="52" dur="2000" fill="hold"/>
                                        <p:tgtEl>
                                          <p:spTgt spid="22"/>
                                        </p:tgtEl>
                                        <p:attrNameLst>
                                          <p:attrName>ppt_x</p:attrName>
                                          <p:attrName>ppt_y</p:attrName>
                                        </p:attrNameLst>
                                      </p:cBhvr>
                                      <p:rCtr x="0" y="-12245"/>
                                    </p:animMotion>
                                  </p:childTnLst>
                                </p:cTn>
                              </p:par>
                              <p:par>
                                <p:cTn id="53" presetID="42" presetClass="path" presetSubtype="0" accel="50000" decel="50000" fill="hold" grpId="1" nodeType="withEffect">
                                  <p:stCondLst>
                                    <p:cond delay="0"/>
                                  </p:stCondLst>
                                  <p:childTnLst>
                                    <p:animMotion origin="layout" path="M -4.16667E-6 -2.22222E-6 L -0.0039 -0.25185 " pathEditMode="relative" rAng="0" ptsTypes="AA">
                                      <p:cBhvr>
                                        <p:cTn id="54" dur="2000" fill="hold"/>
                                        <p:tgtEl>
                                          <p:spTgt spid="3"/>
                                        </p:tgtEl>
                                        <p:attrNameLst>
                                          <p:attrName>ppt_x</p:attrName>
                                          <p:attrName>ppt_y</p:attrName>
                                        </p:attrNameLst>
                                      </p:cBhvr>
                                      <p:rCtr x="-195" y="-1259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5" grpId="0"/>
      <p:bldP spid="15" grpId="1"/>
      <p:bldP spid="16" grpId="0" animBg="1"/>
      <p:bldP spid="16" grpId="1" animBg="1"/>
      <p:bldP spid="17" grpId="0"/>
      <p:bldP spid="17" grpId="1"/>
      <p:bldP spid="18" grpId="0" animBg="1"/>
      <p:bldP spid="18" grpId="1" animBg="1"/>
      <p:bldP spid="19" grpId="0"/>
      <p:bldP spid="19" grpId="1"/>
      <p:bldP spid="20" grpId="0"/>
      <p:bldP spid="20" grpId="1"/>
      <p:bldP spid="21" grpId="0"/>
      <p:bldP spid="21" grpId="1"/>
      <p:bldP spid="3" grpId="0" animBg="1"/>
      <p:bldP spid="3" grpId="1" animBg="1"/>
      <p:bldP spid="22" grpId="0" animBg="1"/>
      <p:bldP spid="22"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7C65EC-9526-1446-9886-A497B6471768}"/>
              </a:ext>
            </a:extLst>
          </p:cNvPr>
          <p:cNvSpPr>
            <a:spLocks noGrp="1"/>
          </p:cNvSpPr>
          <p:nvPr>
            <p:ph type="title"/>
          </p:nvPr>
        </p:nvSpPr>
        <p:spPr/>
        <p:txBody>
          <a:bodyPr/>
          <a:lstStyle/>
          <a:p>
            <a:r>
              <a:rPr lang="en-GB" dirty="0"/>
              <a:t>Social Impact vs. Social Value </a:t>
            </a:r>
          </a:p>
        </p:txBody>
      </p:sp>
      <p:sp>
        <p:nvSpPr>
          <p:cNvPr id="4" name="Rectangle: Rounded Corners 3">
            <a:extLst>
              <a:ext uri="{FF2B5EF4-FFF2-40B4-BE49-F238E27FC236}">
                <a16:creationId xmlns:a16="http://schemas.microsoft.com/office/drawing/2014/main" id="{00541ECA-18A4-48AE-96F8-E961DAD3467A}"/>
              </a:ext>
            </a:extLst>
          </p:cNvPr>
          <p:cNvSpPr/>
          <p:nvPr/>
        </p:nvSpPr>
        <p:spPr>
          <a:xfrm>
            <a:off x="9765223" y="2847618"/>
            <a:ext cx="2219268" cy="2297209"/>
          </a:xfrm>
          <a:prstGeom prst="round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Social value: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Gotham Book"/>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Gotham Book"/>
                <a:ea typeface="+mn-ea"/>
                <a:cs typeface="+mn-cs"/>
              </a:rPr>
              <a:t>a framework to compare the economic and fiscal case of interventions</a:t>
            </a:r>
            <a:endParaRPr kumimoji="0" lang="en-GB" sz="1800" b="0" i="0" u="none" strike="noStrike" kern="1200" cap="none" spc="0" normalizeH="0" baseline="0" noProof="0" dirty="0">
              <a:ln>
                <a:noFill/>
              </a:ln>
              <a:solidFill>
                <a:prstClr val="white"/>
              </a:solidFill>
              <a:effectLst/>
              <a:uLnTx/>
              <a:uFillTx/>
              <a:latin typeface="Gotham Book"/>
              <a:ea typeface="+mn-ea"/>
              <a:cs typeface="+mn-cs"/>
            </a:endParaRPr>
          </a:p>
        </p:txBody>
      </p:sp>
      <p:sp>
        <p:nvSpPr>
          <p:cNvPr id="5" name="Rectangle: Rounded Corners 4">
            <a:extLst>
              <a:ext uri="{FF2B5EF4-FFF2-40B4-BE49-F238E27FC236}">
                <a16:creationId xmlns:a16="http://schemas.microsoft.com/office/drawing/2014/main" id="{03C7E5FD-00D5-43D8-A67E-27412A6B4C61}"/>
              </a:ext>
            </a:extLst>
          </p:cNvPr>
          <p:cNvSpPr/>
          <p:nvPr/>
        </p:nvSpPr>
        <p:spPr>
          <a:xfrm>
            <a:off x="321424" y="3018494"/>
            <a:ext cx="1861783" cy="1960107"/>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Social impact: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Gotham Book"/>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Gotham Book"/>
                <a:ea typeface="+mn-ea"/>
                <a:cs typeface="+mn-cs"/>
              </a:rPr>
              <a:t>Focused on the change to the beneficiary</a:t>
            </a:r>
          </a:p>
        </p:txBody>
      </p:sp>
      <p:sp>
        <p:nvSpPr>
          <p:cNvPr id="6" name="Left Brace 5">
            <a:extLst>
              <a:ext uri="{FF2B5EF4-FFF2-40B4-BE49-F238E27FC236}">
                <a16:creationId xmlns:a16="http://schemas.microsoft.com/office/drawing/2014/main" id="{D1920212-4CBA-4365-8B54-BD41FF7AC9E9}"/>
              </a:ext>
            </a:extLst>
          </p:cNvPr>
          <p:cNvSpPr/>
          <p:nvPr/>
        </p:nvSpPr>
        <p:spPr>
          <a:xfrm>
            <a:off x="2426777" y="1743550"/>
            <a:ext cx="493891" cy="4517956"/>
          </a:xfrm>
          <a:prstGeom prst="leftBrace">
            <a:avLst>
              <a:gd name="adj1" fmla="val 103990"/>
              <a:gd name="adj2" fmla="val 50000"/>
            </a:avLst>
          </a:prstGeom>
          <a:ln w="34925"/>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7" name="Rectangle: Rounded Corners 6">
            <a:extLst>
              <a:ext uri="{FF2B5EF4-FFF2-40B4-BE49-F238E27FC236}">
                <a16:creationId xmlns:a16="http://schemas.microsoft.com/office/drawing/2014/main" id="{EA5B2539-3829-4ABE-A5F4-7DB7239F7DA3}"/>
              </a:ext>
            </a:extLst>
          </p:cNvPr>
          <p:cNvSpPr/>
          <p:nvPr/>
        </p:nvSpPr>
        <p:spPr>
          <a:xfrm>
            <a:off x="3027446" y="1558822"/>
            <a:ext cx="2664000" cy="50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Social &amp; community</a:t>
            </a:r>
          </a:p>
        </p:txBody>
      </p:sp>
      <p:sp>
        <p:nvSpPr>
          <p:cNvPr id="8" name="Rectangle: Rounded Corners 7">
            <a:extLst>
              <a:ext uri="{FF2B5EF4-FFF2-40B4-BE49-F238E27FC236}">
                <a16:creationId xmlns:a16="http://schemas.microsoft.com/office/drawing/2014/main" id="{4E655542-037D-41BB-A9DC-50357193A55D}"/>
              </a:ext>
            </a:extLst>
          </p:cNvPr>
          <p:cNvSpPr/>
          <p:nvPr/>
        </p:nvSpPr>
        <p:spPr>
          <a:xfrm>
            <a:off x="3027447" y="3744223"/>
            <a:ext cx="2664000" cy="50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Economic</a:t>
            </a:r>
          </a:p>
        </p:txBody>
      </p:sp>
      <p:sp>
        <p:nvSpPr>
          <p:cNvPr id="9" name="Rectangle: Rounded Corners 8">
            <a:extLst>
              <a:ext uri="{FF2B5EF4-FFF2-40B4-BE49-F238E27FC236}">
                <a16:creationId xmlns:a16="http://schemas.microsoft.com/office/drawing/2014/main" id="{D8B139EA-80A3-422E-8671-B715336B87D3}"/>
              </a:ext>
            </a:extLst>
          </p:cNvPr>
          <p:cNvSpPr/>
          <p:nvPr/>
        </p:nvSpPr>
        <p:spPr>
          <a:xfrm>
            <a:off x="3027447" y="4472690"/>
            <a:ext cx="2664000" cy="50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Environmental</a:t>
            </a:r>
          </a:p>
        </p:txBody>
      </p:sp>
      <p:sp>
        <p:nvSpPr>
          <p:cNvPr id="10" name="Rectangle: Rounded Corners 9">
            <a:extLst>
              <a:ext uri="{FF2B5EF4-FFF2-40B4-BE49-F238E27FC236}">
                <a16:creationId xmlns:a16="http://schemas.microsoft.com/office/drawing/2014/main" id="{714C62CD-5CAC-4FA1-83C0-D3A9D9E9F3BC}"/>
              </a:ext>
            </a:extLst>
          </p:cNvPr>
          <p:cNvSpPr/>
          <p:nvPr/>
        </p:nvSpPr>
        <p:spPr>
          <a:xfrm>
            <a:off x="3027447" y="5201157"/>
            <a:ext cx="2664000" cy="50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Political</a:t>
            </a:r>
          </a:p>
        </p:txBody>
      </p:sp>
      <p:sp>
        <p:nvSpPr>
          <p:cNvPr id="11" name="Rectangle: Rounded Corners 10">
            <a:extLst>
              <a:ext uri="{FF2B5EF4-FFF2-40B4-BE49-F238E27FC236}">
                <a16:creationId xmlns:a16="http://schemas.microsoft.com/office/drawing/2014/main" id="{60AA3F95-9BE2-489E-9C96-122E60252347}"/>
              </a:ext>
            </a:extLst>
          </p:cNvPr>
          <p:cNvSpPr/>
          <p:nvPr/>
        </p:nvSpPr>
        <p:spPr>
          <a:xfrm>
            <a:off x="3027446" y="2287289"/>
            <a:ext cx="2664000" cy="50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Personal wellbeing</a:t>
            </a:r>
          </a:p>
        </p:txBody>
      </p:sp>
      <p:sp>
        <p:nvSpPr>
          <p:cNvPr id="12" name="Rectangle: Rounded Corners 11">
            <a:extLst>
              <a:ext uri="{FF2B5EF4-FFF2-40B4-BE49-F238E27FC236}">
                <a16:creationId xmlns:a16="http://schemas.microsoft.com/office/drawing/2014/main" id="{999F0D42-A434-4835-B09E-66D87DDC87E8}"/>
              </a:ext>
            </a:extLst>
          </p:cNvPr>
          <p:cNvSpPr/>
          <p:nvPr/>
        </p:nvSpPr>
        <p:spPr>
          <a:xfrm>
            <a:off x="3027446" y="3015756"/>
            <a:ext cx="2664000" cy="50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Household dynamics</a:t>
            </a:r>
          </a:p>
        </p:txBody>
      </p:sp>
      <p:sp>
        <p:nvSpPr>
          <p:cNvPr id="13" name="Equals 12">
            <a:extLst>
              <a:ext uri="{FF2B5EF4-FFF2-40B4-BE49-F238E27FC236}">
                <a16:creationId xmlns:a16="http://schemas.microsoft.com/office/drawing/2014/main" id="{118D01F5-9B2D-4D60-92C9-D827D5606BF8}"/>
              </a:ext>
            </a:extLst>
          </p:cNvPr>
          <p:cNvSpPr/>
          <p:nvPr/>
        </p:nvSpPr>
        <p:spPr>
          <a:xfrm flipH="1">
            <a:off x="9234086" y="1473723"/>
            <a:ext cx="436031" cy="5044998"/>
          </a:xfrm>
          <a:prstGeom prst="mathEqual">
            <a:avLst>
              <a:gd name="adj1" fmla="val 863"/>
              <a:gd name="adj2" fmla="val 2194"/>
            </a:avLst>
          </a:prstGeom>
          <a:solidFill>
            <a:schemeClr val="tx1"/>
          </a:solidFill>
          <a:ln w="34925"/>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14" name="Left Brace 13">
            <a:extLst>
              <a:ext uri="{FF2B5EF4-FFF2-40B4-BE49-F238E27FC236}">
                <a16:creationId xmlns:a16="http://schemas.microsoft.com/office/drawing/2014/main" id="{7D036FC6-A197-4F46-9EB2-C7339CAB0B4F}"/>
              </a:ext>
            </a:extLst>
          </p:cNvPr>
          <p:cNvSpPr/>
          <p:nvPr/>
        </p:nvSpPr>
        <p:spPr>
          <a:xfrm flipH="1">
            <a:off x="5768060" y="1743550"/>
            <a:ext cx="623139" cy="4517956"/>
          </a:xfrm>
          <a:prstGeom prst="leftBrace">
            <a:avLst>
              <a:gd name="adj1" fmla="val 96378"/>
              <a:gd name="adj2" fmla="val 50000"/>
            </a:avLst>
          </a:prstGeom>
          <a:ln w="34925"/>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15" name="Rectangle: Rounded Corners 14">
            <a:extLst>
              <a:ext uri="{FF2B5EF4-FFF2-40B4-BE49-F238E27FC236}">
                <a16:creationId xmlns:a16="http://schemas.microsoft.com/office/drawing/2014/main" id="{8FD76835-AD05-42C0-8CA7-C6E3925901A6}"/>
              </a:ext>
            </a:extLst>
          </p:cNvPr>
          <p:cNvSpPr/>
          <p:nvPr/>
        </p:nvSpPr>
        <p:spPr>
          <a:xfrm>
            <a:off x="6467812" y="3267756"/>
            <a:ext cx="2671168" cy="1404606"/>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Value of economic benefit + </a:t>
            </a:r>
            <a:br>
              <a:rPr kumimoji="0" lang="en-GB" sz="1800" b="0" i="0" u="none" strike="noStrike" kern="1200" cap="none" spc="0" normalizeH="0" baseline="0" noProof="0" dirty="0">
                <a:ln>
                  <a:noFill/>
                </a:ln>
                <a:solidFill>
                  <a:prstClr val="white"/>
                </a:solidFill>
                <a:effectLst/>
                <a:uLnTx/>
                <a:uFillTx/>
                <a:latin typeface="Gotham Book"/>
                <a:ea typeface="+mn-ea"/>
                <a:cs typeface="+mn-cs"/>
              </a:rPr>
            </a:br>
            <a:r>
              <a:rPr kumimoji="0" lang="en-GB" sz="1800" b="0" i="0" u="none" strike="noStrike" kern="1200" cap="none" spc="0" normalizeH="0" baseline="0" noProof="0" dirty="0">
                <a:ln>
                  <a:noFill/>
                </a:ln>
                <a:solidFill>
                  <a:prstClr val="white"/>
                </a:solidFill>
                <a:effectLst/>
                <a:uLnTx/>
                <a:uFillTx/>
                <a:latin typeface="Gotham Book"/>
                <a:ea typeface="+mn-ea"/>
                <a:cs typeface="+mn-cs"/>
              </a:rPr>
              <a:t>social benefits in the community</a:t>
            </a:r>
          </a:p>
        </p:txBody>
      </p:sp>
      <p:sp>
        <p:nvSpPr>
          <p:cNvPr id="17" name="Rectangle: Rounded Corners 16">
            <a:extLst>
              <a:ext uri="{FF2B5EF4-FFF2-40B4-BE49-F238E27FC236}">
                <a16:creationId xmlns:a16="http://schemas.microsoft.com/office/drawing/2014/main" id="{231A9684-CAF6-4A53-B5A7-33E85BB2C4D1}"/>
              </a:ext>
            </a:extLst>
          </p:cNvPr>
          <p:cNvSpPr/>
          <p:nvPr/>
        </p:nvSpPr>
        <p:spPr>
          <a:xfrm>
            <a:off x="3027447" y="5929625"/>
            <a:ext cx="2664000" cy="50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Health</a:t>
            </a:r>
            <a:r>
              <a:rPr lang="en-GB" dirty="0">
                <a:solidFill>
                  <a:prstClr val="white"/>
                </a:solidFill>
                <a:latin typeface="Gotham Book"/>
              </a:rPr>
              <a:t>/</a:t>
            </a:r>
            <a:r>
              <a:rPr kumimoji="0" lang="en-GB" sz="1800" b="0" i="0" u="none" strike="noStrike" kern="1200" cap="none" spc="0" normalizeH="0" baseline="0" noProof="0" dirty="0">
                <a:ln>
                  <a:noFill/>
                </a:ln>
                <a:solidFill>
                  <a:prstClr val="white"/>
                </a:solidFill>
                <a:effectLst/>
                <a:uLnTx/>
                <a:uFillTx/>
                <a:latin typeface="Gotham Book"/>
                <a:ea typeface="+mn-ea"/>
                <a:cs typeface="+mn-cs"/>
              </a:rPr>
              <a:t>health systems</a:t>
            </a:r>
          </a:p>
        </p:txBody>
      </p:sp>
    </p:spTree>
    <p:extLst>
      <p:ext uri="{BB962C8B-B14F-4D97-AF65-F5344CB8AC3E}">
        <p14:creationId xmlns:p14="http://schemas.microsoft.com/office/powerpoint/2010/main" val="1648772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784999-8C1E-0647-ACE6-ACE53914167E}"/>
              </a:ext>
            </a:extLst>
          </p:cNvPr>
          <p:cNvSpPr>
            <a:spLocks noGrp="1"/>
          </p:cNvSpPr>
          <p:nvPr>
            <p:ph type="title"/>
          </p:nvPr>
        </p:nvSpPr>
        <p:spPr/>
        <p:txBody>
          <a:bodyPr/>
          <a:lstStyle/>
          <a:p>
            <a:r>
              <a:rPr lang="en-GB" dirty="0"/>
              <a:t>Social Impact </a:t>
            </a:r>
            <a:br>
              <a:rPr lang="en-GB" dirty="0"/>
            </a:br>
            <a:r>
              <a:rPr lang="en-GB" dirty="0"/>
              <a:t>Management Cycle</a:t>
            </a:r>
          </a:p>
        </p:txBody>
      </p:sp>
      <p:sp>
        <p:nvSpPr>
          <p:cNvPr id="5" name="Rectangle 4">
            <a:extLst>
              <a:ext uri="{FF2B5EF4-FFF2-40B4-BE49-F238E27FC236}">
                <a16:creationId xmlns:a16="http://schemas.microsoft.com/office/drawing/2014/main" id="{7E990439-538E-354C-8171-8FB5E329440C}"/>
              </a:ext>
            </a:extLst>
          </p:cNvPr>
          <p:cNvSpPr/>
          <p:nvPr/>
        </p:nvSpPr>
        <p:spPr>
          <a:xfrm>
            <a:off x="9357360" y="5639991"/>
            <a:ext cx="2235523" cy="10081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 name="Group 3">
            <a:extLst>
              <a:ext uri="{FF2B5EF4-FFF2-40B4-BE49-F238E27FC236}">
                <a16:creationId xmlns:a16="http://schemas.microsoft.com/office/drawing/2014/main" id="{1D66E15C-9B6B-524B-9AE9-984F2D8EBA52}"/>
              </a:ext>
            </a:extLst>
          </p:cNvPr>
          <p:cNvGrpSpPr/>
          <p:nvPr/>
        </p:nvGrpSpPr>
        <p:grpSpPr>
          <a:xfrm>
            <a:off x="252423" y="385198"/>
            <a:ext cx="11794770" cy="6262917"/>
            <a:chOff x="83027" y="-9476"/>
            <a:chExt cx="11794770" cy="6262917"/>
          </a:xfrm>
        </p:grpSpPr>
        <p:grpSp>
          <p:nvGrpSpPr>
            <p:cNvPr id="115" name="Group 114">
              <a:extLst>
                <a:ext uri="{FF2B5EF4-FFF2-40B4-BE49-F238E27FC236}">
                  <a16:creationId xmlns:a16="http://schemas.microsoft.com/office/drawing/2014/main" id="{000810A0-4A10-4CED-89BD-225FCFC522C1}"/>
                </a:ext>
              </a:extLst>
            </p:cNvPr>
            <p:cNvGrpSpPr/>
            <p:nvPr/>
          </p:nvGrpSpPr>
          <p:grpSpPr>
            <a:xfrm>
              <a:off x="1007317" y="75264"/>
              <a:ext cx="10817167" cy="6178177"/>
              <a:chOff x="1567760" y="-42724"/>
              <a:chExt cx="10817167" cy="6178177"/>
            </a:xfrm>
          </p:grpSpPr>
          <p:sp>
            <p:nvSpPr>
              <p:cNvPr id="111" name="Oval 110">
                <a:extLst>
                  <a:ext uri="{FF2B5EF4-FFF2-40B4-BE49-F238E27FC236}">
                    <a16:creationId xmlns:a16="http://schemas.microsoft.com/office/drawing/2014/main" id="{B88C38E9-2370-4862-A85C-D792365A68A9}"/>
                  </a:ext>
                </a:extLst>
              </p:cNvPr>
              <p:cNvSpPr/>
              <p:nvPr/>
            </p:nvSpPr>
            <p:spPr>
              <a:xfrm>
                <a:off x="6141326" y="-42724"/>
                <a:ext cx="6243601" cy="6178177"/>
              </a:xfrm>
              <a:prstGeom prst="ellipse">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sp>
            <p:nvSpPr>
              <p:cNvPr id="110" name="Oval 109">
                <a:extLst>
                  <a:ext uri="{FF2B5EF4-FFF2-40B4-BE49-F238E27FC236}">
                    <a16:creationId xmlns:a16="http://schemas.microsoft.com/office/drawing/2014/main" id="{FD1851A0-7043-4A7F-91CE-7CF0FDFA5F75}"/>
                  </a:ext>
                </a:extLst>
              </p:cNvPr>
              <p:cNvSpPr/>
              <p:nvPr/>
            </p:nvSpPr>
            <p:spPr>
              <a:xfrm>
                <a:off x="1567760" y="1972659"/>
                <a:ext cx="2967759" cy="2627938"/>
              </a:xfrm>
              <a:prstGeom prst="ellipse">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Gotham Book"/>
                  <a:ea typeface="+mn-ea"/>
                  <a:cs typeface="+mn-cs"/>
                </a:endParaRPr>
              </a:p>
            </p:txBody>
          </p:sp>
        </p:grpSp>
        <p:grpSp>
          <p:nvGrpSpPr>
            <p:cNvPr id="56" name="Group 55">
              <a:extLst>
                <a:ext uri="{FF2B5EF4-FFF2-40B4-BE49-F238E27FC236}">
                  <a16:creationId xmlns:a16="http://schemas.microsoft.com/office/drawing/2014/main" id="{0AC8F96B-943B-45F2-9029-88A58A186939}"/>
                </a:ext>
              </a:extLst>
            </p:cNvPr>
            <p:cNvGrpSpPr/>
            <p:nvPr/>
          </p:nvGrpSpPr>
          <p:grpSpPr>
            <a:xfrm rot="17697111">
              <a:off x="5608237" y="-29122"/>
              <a:ext cx="6228489" cy="6310630"/>
              <a:chOff x="6012469" y="91569"/>
              <a:chExt cx="6228489" cy="6310630"/>
            </a:xfrm>
          </p:grpSpPr>
          <p:sp>
            <p:nvSpPr>
              <p:cNvPr id="57" name="Freeform: Shape 56">
                <a:extLst>
                  <a:ext uri="{FF2B5EF4-FFF2-40B4-BE49-F238E27FC236}">
                    <a16:creationId xmlns:a16="http://schemas.microsoft.com/office/drawing/2014/main" id="{2B5FE096-DD98-49E3-8CC2-8BB3F8D5CF50}"/>
                  </a:ext>
                </a:extLst>
              </p:cNvPr>
              <p:cNvSpPr/>
              <p:nvPr/>
            </p:nvSpPr>
            <p:spPr>
              <a:xfrm rot="3902889">
                <a:off x="9531660" y="259248"/>
                <a:ext cx="1050116"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6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Problem Definition</a:t>
                </a:r>
              </a:p>
            </p:txBody>
          </p:sp>
          <p:sp>
            <p:nvSpPr>
              <p:cNvPr id="58" name="Arrow: Circular 57">
                <a:extLst>
                  <a:ext uri="{FF2B5EF4-FFF2-40B4-BE49-F238E27FC236}">
                    <a16:creationId xmlns:a16="http://schemas.microsoft.com/office/drawing/2014/main" id="{2B6938A5-9A78-47C4-A130-19798CFFBA35}"/>
                  </a:ext>
                </a:extLst>
              </p:cNvPr>
              <p:cNvSpPr/>
              <p:nvPr/>
            </p:nvSpPr>
            <p:spPr>
              <a:xfrm>
                <a:off x="6160737" y="228716"/>
                <a:ext cx="5793674" cy="5793674"/>
              </a:xfrm>
              <a:prstGeom prst="circularArrow">
                <a:avLst>
                  <a:gd name="adj1" fmla="val 2940"/>
                  <a:gd name="adj2" fmla="val 179900"/>
                  <a:gd name="adj3" fmla="val 18937533"/>
                  <a:gd name="adj4" fmla="val 18011997"/>
                  <a:gd name="adj5" fmla="val 3429"/>
                </a:avLst>
              </a:pr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dirty="0"/>
              </a:p>
            </p:txBody>
          </p:sp>
          <p:sp>
            <p:nvSpPr>
              <p:cNvPr id="60" name="Arrow: Circular 59">
                <a:extLst>
                  <a:ext uri="{FF2B5EF4-FFF2-40B4-BE49-F238E27FC236}">
                    <a16:creationId xmlns:a16="http://schemas.microsoft.com/office/drawing/2014/main" id="{D1EE1693-F86C-45FE-8AB3-E21AB193867D}"/>
                  </a:ext>
                </a:extLst>
              </p:cNvPr>
              <p:cNvSpPr/>
              <p:nvPr/>
            </p:nvSpPr>
            <p:spPr>
              <a:xfrm>
                <a:off x="6160737" y="228716"/>
                <a:ext cx="5793674" cy="5793674"/>
              </a:xfrm>
              <a:prstGeom prst="circularArrow">
                <a:avLst>
                  <a:gd name="adj1" fmla="val 2940"/>
                  <a:gd name="adj2" fmla="val 179900"/>
                  <a:gd name="adj3" fmla="val 21463586"/>
                  <a:gd name="adj4" fmla="val 20411039"/>
                  <a:gd name="adj5" fmla="val 3429"/>
                </a:avLst>
              </a:pr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61" name="Freeform: Shape 60">
                <a:extLst>
                  <a:ext uri="{FF2B5EF4-FFF2-40B4-BE49-F238E27FC236}">
                    <a16:creationId xmlns:a16="http://schemas.microsoft.com/office/drawing/2014/main" id="{684F84A7-D46A-4E54-99E9-39E69519F0B7}"/>
                  </a:ext>
                </a:extLst>
              </p:cNvPr>
              <p:cNvSpPr/>
              <p:nvPr/>
            </p:nvSpPr>
            <p:spPr>
              <a:xfrm rot="3902889">
                <a:off x="11279216" y="3141648"/>
                <a:ext cx="1050116"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6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Impact Framework</a:t>
                </a:r>
              </a:p>
            </p:txBody>
          </p:sp>
          <p:sp>
            <p:nvSpPr>
              <p:cNvPr id="62" name="Arrow: Circular 61">
                <a:extLst>
                  <a:ext uri="{FF2B5EF4-FFF2-40B4-BE49-F238E27FC236}">
                    <a16:creationId xmlns:a16="http://schemas.microsoft.com/office/drawing/2014/main" id="{54D14219-38B7-416F-8DB0-686A8EB6463F}"/>
                  </a:ext>
                </a:extLst>
              </p:cNvPr>
              <p:cNvSpPr/>
              <p:nvPr/>
            </p:nvSpPr>
            <p:spPr>
              <a:xfrm>
                <a:off x="6160737" y="228716"/>
                <a:ext cx="5793674" cy="5793674"/>
              </a:xfrm>
              <a:prstGeom prst="circularArrow">
                <a:avLst>
                  <a:gd name="adj1" fmla="val 2940"/>
                  <a:gd name="adj2" fmla="val 179900"/>
                  <a:gd name="adj3" fmla="val 2054027"/>
                  <a:gd name="adj4" fmla="val 1173065"/>
                  <a:gd name="adj5" fmla="val 3429"/>
                </a:avLst>
              </a:pr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63" name="Freeform: Shape 62">
                <a:extLst>
                  <a:ext uri="{FF2B5EF4-FFF2-40B4-BE49-F238E27FC236}">
                    <a16:creationId xmlns:a16="http://schemas.microsoft.com/office/drawing/2014/main" id="{7C2FDF10-DCDA-48F7-A202-002871420DF7}"/>
                  </a:ext>
                </a:extLst>
              </p:cNvPr>
              <p:cNvSpPr/>
              <p:nvPr/>
            </p:nvSpPr>
            <p:spPr>
              <a:xfrm rot="3902889">
                <a:off x="10422548" y="4648155"/>
                <a:ext cx="1050116"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6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KPIs </a:t>
                </a:r>
              </a:p>
            </p:txBody>
          </p:sp>
          <p:sp>
            <p:nvSpPr>
              <p:cNvPr id="64" name="Arrow: Circular 63">
                <a:extLst>
                  <a:ext uri="{FF2B5EF4-FFF2-40B4-BE49-F238E27FC236}">
                    <a16:creationId xmlns:a16="http://schemas.microsoft.com/office/drawing/2014/main" id="{71BC7D7E-52CD-4BCE-8D38-E61426A2B4CB}"/>
                  </a:ext>
                </a:extLst>
              </p:cNvPr>
              <p:cNvSpPr/>
              <p:nvPr/>
            </p:nvSpPr>
            <p:spPr>
              <a:xfrm>
                <a:off x="6443785" y="130637"/>
                <a:ext cx="5793674" cy="5793674"/>
              </a:xfrm>
              <a:prstGeom prst="circularArrow">
                <a:avLst>
                  <a:gd name="adj1" fmla="val 2940"/>
                  <a:gd name="adj2" fmla="val 179900"/>
                  <a:gd name="adj3" fmla="val 4664207"/>
                  <a:gd name="adj4" fmla="val 3671863"/>
                  <a:gd name="adj5" fmla="val 3429"/>
                </a:avLst>
              </a:pr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65" name="Freeform: Shape 64">
                <a:extLst>
                  <a:ext uri="{FF2B5EF4-FFF2-40B4-BE49-F238E27FC236}">
                    <a16:creationId xmlns:a16="http://schemas.microsoft.com/office/drawing/2014/main" id="{D9F0CF3A-1961-4147-B931-E4AF532D0B5F}"/>
                  </a:ext>
                </a:extLst>
              </p:cNvPr>
              <p:cNvSpPr/>
              <p:nvPr/>
            </p:nvSpPr>
            <p:spPr>
              <a:xfrm rot="3902889">
                <a:off x="8845843" y="5440457"/>
                <a:ext cx="1050116"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6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Choosing Approaches &amp; Tools</a:t>
                </a:r>
              </a:p>
            </p:txBody>
          </p:sp>
          <p:sp>
            <p:nvSpPr>
              <p:cNvPr id="66" name="Arrow: Circular 65">
                <a:extLst>
                  <a:ext uri="{FF2B5EF4-FFF2-40B4-BE49-F238E27FC236}">
                    <a16:creationId xmlns:a16="http://schemas.microsoft.com/office/drawing/2014/main" id="{9CAFB3A2-85C4-48B7-ADBA-EF490032CFDA}"/>
                  </a:ext>
                </a:extLst>
              </p:cNvPr>
              <p:cNvSpPr/>
              <p:nvPr/>
            </p:nvSpPr>
            <p:spPr>
              <a:xfrm>
                <a:off x="6167171" y="242533"/>
                <a:ext cx="5793674" cy="5793674"/>
              </a:xfrm>
              <a:prstGeom prst="circularArrow">
                <a:avLst>
                  <a:gd name="adj1" fmla="val 2940"/>
                  <a:gd name="adj2" fmla="val 179900"/>
                  <a:gd name="adj3" fmla="val 6948237"/>
                  <a:gd name="adj4" fmla="val 5955894"/>
                  <a:gd name="adj5" fmla="val 3429"/>
                </a:avLst>
              </a:pr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dirty="0"/>
              </a:p>
            </p:txBody>
          </p:sp>
          <p:sp>
            <p:nvSpPr>
              <p:cNvPr id="67" name="Freeform: Shape 66">
                <a:extLst>
                  <a:ext uri="{FF2B5EF4-FFF2-40B4-BE49-F238E27FC236}">
                    <a16:creationId xmlns:a16="http://schemas.microsoft.com/office/drawing/2014/main" id="{70CF4E6C-906C-4B6C-8E70-FCC0BCD3A7EA}"/>
                  </a:ext>
                </a:extLst>
              </p:cNvPr>
              <p:cNvSpPr/>
              <p:nvPr/>
            </p:nvSpPr>
            <p:spPr>
              <a:xfrm rot="3902889">
                <a:off x="6801968" y="4794389"/>
                <a:ext cx="1050116"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6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Data Collection</a:t>
                </a:r>
              </a:p>
            </p:txBody>
          </p:sp>
          <p:sp>
            <p:nvSpPr>
              <p:cNvPr id="68" name="Arrow: Circular 67">
                <a:extLst>
                  <a:ext uri="{FF2B5EF4-FFF2-40B4-BE49-F238E27FC236}">
                    <a16:creationId xmlns:a16="http://schemas.microsoft.com/office/drawing/2014/main" id="{E4CF1F48-2E53-4A82-9F08-B9151A4455E8}"/>
                  </a:ext>
                </a:extLst>
              </p:cNvPr>
              <p:cNvSpPr/>
              <p:nvPr/>
            </p:nvSpPr>
            <p:spPr>
              <a:xfrm>
                <a:off x="6173598" y="256352"/>
                <a:ext cx="5793674" cy="5793674"/>
              </a:xfrm>
              <a:prstGeom prst="circularArrow">
                <a:avLst>
                  <a:gd name="adj1" fmla="val 2940"/>
                  <a:gd name="adj2" fmla="val 179900"/>
                  <a:gd name="adj3" fmla="val 9447035"/>
                  <a:gd name="adj4" fmla="val 8566074"/>
                  <a:gd name="adj5" fmla="val 3429"/>
                </a:avLst>
              </a:pr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dirty="0"/>
              </a:p>
            </p:txBody>
          </p:sp>
          <p:sp>
            <p:nvSpPr>
              <p:cNvPr id="69" name="Freeform: Shape 68">
                <a:extLst>
                  <a:ext uri="{FF2B5EF4-FFF2-40B4-BE49-F238E27FC236}">
                    <a16:creationId xmlns:a16="http://schemas.microsoft.com/office/drawing/2014/main" id="{CBDE1510-449B-4B7E-A1ED-AF59BBF6A654}"/>
                  </a:ext>
                </a:extLst>
              </p:cNvPr>
              <p:cNvSpPr/>
              <p:nvPr/>
            </p:nvSpPr>
            <p:spPr>
              <a:xfrm rot="3902889">
                <a:off x="5924095" y="3114009"/>
                <a:ext cx="1050116"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6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Analysis &amp; Insights</a:t>
                </a:r>
              </a:p>
            </p:txBody>
          </p:sp>
          <p:sp>
            <p:nvSpPr>
              <p:cNvPr id="70" name="Arrow: Circular 69">
                <a:extLst>
                  <a:ext uri="{FF2B5EF4-FFF2-40B4-BE49-F238E27FC236}">
                    <a16:creationId xmlns:a16="http://schemas.microsoft.com/office/drawing/2014/main" id="{490D0009-DCFE-4CD3-A121-D24D5DB06E2F}"/>
                  </a:ext>
                </a:extLst>
              </p:cNvPr>
              <p:cNvSpPr/>
              <p:nvPr/>
            </p:nvSpPr>
            <p:spPr>
              <a:xfrm>
                <a:off x="6204112" y="141300"/>
                <a:ext cx="5793674" cy="5793674"/>
              </a:xfrm>
              <a:prstGeom prst="circularArrow">
                <a:avLst>
                  <a:gd name="adj1" fmla="val 2940"/>
                  <a:gd name="adj2" fmla="val 179900"/>
                  <a:gd name="adj3" fmla="val 11809061"/>
                  <a:gd name="adj4" fmla="val 10756515"/>
                  <a:gd name="adj5" fmla="val 3429"/>
                </a:avLst>
              </a:pr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1" name="Freeform: Shape 70">
                <a:extLst>
                  <a:ext uri="{FF2B5EF4-FFF2-40B4-BE49-F238E27FC236}">
                    <a16:creationId xmlns:a16="http://schemas.microsoft.com/office/drawing/2014/main" id="{C31F3C77-C823-4228-BDE8-0C503363B907}"/>
                  </a:ext>
                </a:extLst>
              </p:cNvPr>
              <p:cNvSpPr/>
              <p:nvPr/>
            </p:nvSpPr>
            <p:spPr>
              <a:xfrm rot="3902889">
                <a:off x="6293195" y="1315441"/>
                <a:ext cx="1050116"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6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Learning</a:t>
                </a:r>
              </a:p>
            </p:txBody>
          </p:sp>
          <p:sp>
            <p:nvSpPr>
              <p:cNvPr id="72" name="Arrow: Circular 71">
                <a:extLst>
                  <a:ext uri="{FF2B5EF4-FFF2-40B4-BE49-F238E27FC236}">
                    <a16:creationId xmlns:a16="http://schemas.microsoft.com/office/drawing/2014/main" id="{81371CED-B2EE-4F4D-B3F7-0C99B43CFBC3}"/>
                  </a:ext>
                </a:extLst>
              </p:cNvPr>
              <p:cNvSpPr/>
              <p:nvPr/>
            </p:nvSpPr>
            <p:spPr>
              <a:xfrm>
                <a:off x="6186453" y="283986"/>
                <a:ext cx="5793674" cy="5793674"/>
              </a:xfrm>
              <a:prstGeom prst="circularArrow">
                <a:avLst>
                  <a:gd name="adj1" fmla="val 2940"/>
                  <a:gd name="adj2" fmla="val 179900"/>
                  <a:gd name="adj3" fmla="val 14208103"/>
                  <a:gd name="adj4" fmla="val 13282567"/>
                  <a:gd name="adj5" fmla="val 3429"/>
                </a:avLst>
              </a:prstGeom>
              <a:solidFill>
                <a:schemeClr val="accent5"/>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3" name="Freeform: Shape 72">
                <a:extLst>
                  <a:ext uri="{FF2B5EF4-FFF2-40B4-BE49-F238E27FC236}">
                    <a16:creationId xmlns:a16="http://schemas.microsoft.com/office/drawing/2014/main" id="{4971B152-3243-4CC3-9797-785CB00F2D10}"/>
                  </a:ext>
                </a:extLst>
              </p:cNvPr>
              <p:cNvSpPr/>
              <p:nvPr/>
            </p:nvSpPr>
            <p:spPr>
              <a:xfrm rot="3902889">
                <a:off x="7508948" y="74280"/>
                <a:ext cx="1158018" cy="1192595"/>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600" b="1" i="0" u="none" strike="noStrike" kern="1200" cap="none" spc="0" normalizeH="0" baseline="0" noProof="0" dirty="0" err="1">
                    <a:ln>
                      <a:noFill/>
                    </a:ln>
                    <a:solidFill>
                      <a:srgbClr val="636363">
                        <a:hueOff val="0"/>
                        <a:satOff val="0"/>
                        <a:lumOff val="0"/>
                        <a:alphaOff val="0"/>
                      </a:srgbClr>
                    </a:solidFill>
                    <a:effectLst/>
                    <a:uLnTx/>
                    <a:uFillTx/>
                    <a:latin typeface="Gotham Book"/>
                    <a:ea typeface="+mn-ea"/>
                    <a:cs typeface="+mn-cs"/>
                  </a:rPr>
                  <a:t>Comms</a:t>
                </a:r>
                <a:r>
                  <a:rPr kumimoji="0" lang="en-GB" sz="16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 </a:t>
                </a:r>
              </a:p>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6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a:t>
                </a:r>
                <a:r>
                  <a:rPr kumimoji="0" lang="en-GB" sz="1600" b="1" i="0" u="none" strike="noStrike" kern="1200" cap="none" spc="0" normalizeH="0" baseline="0" noProof="0" dirty="0" err="1">
                    <a:ln>
                      <a:noFill/>
                    </a:ln>
                    <a:solidFill>
                      <a:srgbClr val="636363">
                        <a:hueOff val="0"/>
                        <a:satOff val="0"/>
                        <a:lumOff val="0"/>
                        <a:alphaOff val="0"/>
                      </a:srgbClr>
                    </a:solidFill>
                    <a:effectLst/>
                    <a:uLnTx/>
                    <a:uFillTx/>
                    <a:latin typeface="Gotham Book"/>
                    <a:ea typeface="+mn-ea"/>
                    <a:cs typeface="+mn-cs"/>
                  </a:rPr>
                  <a:t>int</a:t>
                </a:r>
                <a:r>
                  <a:rPr kumimoji="0" lang="en-GB" sz="16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 &amp; </a:t>
                </a:r>
                <a:r>
                  <a:rPr kumimoji="0" lang="en-GB" sz="1600" b="1" i="0" u="none" strike="noStrike" kern="1200" cap="none" spc="0" normalizeH="0" baseline="0" noProof="0" dirty="0" err="1">
                    <a:ln>
                      <a:noFill/>
                    </a:ln>
                    <a:solidFill>
                      <a:srgbClr val="636363">
                        <a:hueOff val="0"/>
                        <a:satOff val="0"/>
                        <a:lumOff val="0"/>
                        <a:alphaOff val="0"/>
                      </a:srgbClr>
                    </a:solidFill>
                    <a:effectLst/>
                    <a:uLnTx/>
                    <a:uFillTx/>
                    <a:latin typeface="Gotham Book"/>
                    <a:ea typeface="+mn-ea"/>
                    <a:cs typeface="+mn-cs"/>
                  </a:rPr>
                  <a:t>ext</a:t>
                </a:r>
                <a:r>
                  <a:rPr kumimoji="0" lang="en-GB" sz="16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a:t>
                </a:r>
              </a:p>
            </p:txBody>
          </p:sp>
          <p:sp>
            <p:nvSpPr>
              <p:cNvPr id="74" name="Arrow: Circular 73">
                <a:extLst>
                  <a:ext uri="{FF2B5EF4-FFF2-40B4-BE49-F238E27FC236}">
                    <a16:creationId xmlns:a16="http://schemas.microsoft.com/office/drawing/2014/main" id="{0DB0E987-C5C5-43EE-9C0F-88CEE8CDE4DB}"/>
                  </a:ext>
                </a:extLst>
              </p:cNvPr>
              <p:cNvSpPr/>
              <p:nvPr/>
            </p:nvSpPr>
            <p:spPr>
              <a:xfrm>
                <a:off x="6186455" y="283988"/>
                <a:ext cx="5793674" cy="5793674"/>
              </a:xfrm>
              <a:prstGeom prst="circularArrow">
                <a:avLst>
                  <a:gd name="adj1" fmla="val 2940"/>
                  <a:gd name="adj2" fmla="val 179900"/>
                  <a:gd name="adj3" fmla="val 16645855"/>
                  <a:gd name="adj4" fmla="val 15574246"/>
                  <a:gd name="adj5" fmla="val 3429"/>
                </a:avLst>
              </a:prstGeom>
              <a:solidFill>
                <a:schemeClr val="accent5"/>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sp>
          <p:nvSpPr>
            <p:cNvPr id="76" name="Block Arc 75">
              <a:extLst>
                <a:ext uri="{FF2B5EF4-FFF2-40B4-BE49-F238E27FC236}">
                  <a16:creationId xmlns:a16="http://schemas.microsoft.com/office/drawing/2014/main" id="{6DDEF3FE-5ACF-41C9-AD6C-D4837D38CF3E}"/>
                </a:ext>
              </a:extLst>
            </p:cNvPr>
            <p:cNvSpPr/>
            <p:nvPr/>
          </p:nvSpPr>
          <p:spPr>
            <a:xfrm rot="20495650">
              <a:off x="6138767" y="890273"/>
              <a:ext cx="4745245" cy="4539528"/>
            </a:xfrm>
            <a:prstGeom prst="blockArc">
              <a:avLst>
                <a:gd name="adj1" fmla="val 14307505"/>
                <a:gd name="adj2" fmla="val 729615"/>
                <a:gd name="adj3" fmla="val 587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636363"/>
                </a:solidFill>
                <a:effectLst/>
                <a:uLnTx/>
                <a:uFillTx/>
                <a:latin typeface="Gotham Book"/>
                <a:ea typeface="+mn-ea"/>
                <a:cs typeface="+mn-cs"/>
              </a:endParaRPr>
            </a:p>
          </p:txBody>
        </p:sp>
        <p:sp>
          <p:nvSpPr>
            <p:cNvPr id="77" name="Block Arc 76">
              <a:extLst>
                <a:ext uri="{FF2B5EF4-FFF2-40B4-BE49-F238E27FC236}">
                  <a16:creationId xmlns:a16="http://schemas.microsoft.com/office/drawing/2014/main" id="{F800A673-2C32-47FA-8175-EA11C30CE685}"/>
                </a:ext>
              </a:extLst>
            </p:cNvPr>
            <p:cNvSpPr/>
            <p:nvPr/>
          </p:nvSpPr>
          <p:spPr>
            <a:xfrm rot="8538096">
              <a:off x="6491717" y="1081459"/>
              <a:ext cx="4367639" cy="4336055"/>
            </a:xfrm>
            <a:prstGeom prst="blockArc">
              <a:avLst>
                <a:gd name="adj1" fmla="val 12837860"/>
                <a:gd name="adj2" fmla="val 20882524"/>
                <a:gd name="adj3" fmla="val 577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636363"/>
                </a:solidFill>
                <a:effectLst/>
                <a:uLnTx/>
                <a:uFillTx/>
                <a:latin typeface="Gotham Book"/>
                <a:ea typeface="+mn-ea"/>
                <a:cs typeface="+mn-cs"/>
              </a:endParaRPr>
            </a:p>
          </p:txBody>
        </p:sp>
        <p:sp>
          <p:nvSpPr>
            <p:cNvPr id="78" name="Block Arc 77">
              <a:extLst>
                <a:ext uri="{FF2B5EF4-FFF2-40B4-BE49-F238E27FC236}">
                  <a16:creationId xmlns:a16="http://schemas.microsoft.com/office/drawing/2014/main" id="{0690729D-34DF-4D47-B5BF-3DC77AA807C5}"/>
                </a:ext>
              </a:extLst>
            </p:cNvPr>
            <p:cNvSpPr/>
            <p:nvPr/>
          </p:nvSpPr>
          <p:spPr>
            <a:xfrm rot="16976356">
              <a:off x="6409284" y="774878"/>
              <a:ext cx="4490510" cy="4765022"/>
            </a:xfrm>
            <a:prstGeom prst="blockArc">
              <a:avLst>
                <a:gd name="adj1" fmla="val 12837860"/>
                <a:gd name="adj2" fmla="val 17482697"/>
                <a:gd name="adj3" fmla="val 5765"/>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636363"/>
                </a:solidFill>
                <a:effectLst/>
                <a:uLnTx/>
                <a:uFillTx/>
                <a:latin typeface="Gotham Book"/>
                <a:ea typeface="+mn-ea"/>
                <a:cs typeface="+mn-cs"/>
              </a:endParaRPr>
            </a:p>
          </p:txBody>
        </p:sp>
        <p:sp>
          <p:nvSpPr>
            <p:cNvPr id="79" name="Oval 78">
              <a:extLst>
                <a:ext uri="{FF2B5EF4-FFF2-40B4-BE49-F238E27FC236}">
                  <a16:creationId xmlns:a16="http://schemas.microsoft.com/office/drawing/2014/main" id="{95BBB272-EAAC-4F1D-B37F-488248B18740}"/>
                </a:ext>
              </a:extLst>
            </p:cNvPr>
            <p:cNvSpPr/>
            <p:nvPr/>
          </p:nvSpPr>
          <p:spPr>
            <a:xfrm>
              <a:off x="7095752" y="1724549"/>
              <a:ext cx="2909062" cy="2879606"/>
            </a:xfrm>
            <a:prstGeom prst="ellipse">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829AA4">
                      <a:lumMod val="75000"/>
                    </a:srgbClr>
                  </a:solidFill>
                  <a:effectLst/>
                  <a:uLnTx/>
                  <a:uFillTx/>
                  <a:latin typeface="Gotham Book"/>
                  <a:ea typeface="+mn-ea"/>
                  <a:cs typeface="+mn-cs"/>
                </a:rPr>
                <a:t>Social Impact Management Cycle</a:t>
              </a:r>
            </a:p>
          </p:txBody>
        </p:sp>
        <p:sp>
          <p:nvSpPr>
            <p:cNvPr id="80" name="Rectangle: Rounded Corners 79">
              <a:extLst>
                <a:ext uri="{FF2B5EF4-FFF2-40B4-BE49-F238E27FC236}">
                  <a16:creationId xmlns:a16="http://schemas.microsoft.com/office/drawing/2014/main" id="{D057672F-54F6-41B8-9175-22B60FA61E5E}"/>
                </a:ext>
              </a:extLst>
            </p:cNvPr>
            <p:cNvSpPr/>
            <p:nvPr/>
          </p:nvSpPr>
          <p:spPr>
            <a:xfrm>
              <a:off x="83027" y="5744198"/>
              <a:ext cx="1662953" cy="438150"/>
            </a:xfrm>
            <a:prstGeom prst="round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Design</a:t>
              </a:r>
            </a:p>
          </p:txBody>
        </p:sp>
        <p:sp>
          <p:nvSpPr>
            <p:cNvPr id="81" name="Rectangle: Rounded Corners 80">
              <a:extLst>
                <a:ext uri="{FF2B5EF4-FFF2-40B4-BE49-F238E27FC236}">
                  <a16:creationId xmlns:a16="http://schemas.microsoft.com/office/drawing/2014/main" id="{DECD62C7-C8C6-483D-971F-327CCDA798F5}"/>
                </a:ext>
              </a:extLst>
            </p:cNvPr>
            <p:cNvSpPr/>
            <p:nvPr/>
          </p:nvSpPr>
          <p:spPr>
            <a:xfrm>
              <a:off x="1908136" y="5744198"/>
              <a:ext cx="1662953" cy="438150"/>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Do</a:t>
              </a:r>
            </a:p>
          </p:txBody>
        </p:sp>
        <p:sp>
          <p:nvSpPr>
            <p:cNvPr id="82" name="Rectangle: Rounded Corners 81">
              <a:extLst>
                <a:ext uri="{FF2B5EF4-FFF2-40B4-BE49-F238E27FC236}">
                  <a16:creationId xmlns:a16="http://schemas.microsoft.com/office/drawing/2014/main" id="{3CAB09EF-0913-45DC-8C08-1CDAC4334211}"/>
                </a:ext>
              </a:extLst>
            </p:cNvPr>
            <p:cNvSpPr/>
            <p:nvPr/>
          </p:nvSpPr>
          <p:spPr>
            <a:xfrm>
              <a:off x="3733245" y="5744198"/>
              <a:ext cx="1693067" cy="438150"/>
            </a:xfrm>
            <a:prstGeom prst="round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Learn &amp; Share</a:t>
              </a:r>
            </a:p>
          </p:txBody>
        </p:sp>
        <p:sp>
          <p:nvSpPr>
            <p:cNvPr id="83" name="Oval 82">
              <a:extLst>
                <a:ext uri="{FF2B5EF4-FFF2-40B4-BE49-F238E27FC236}">
                  <a16:creationId xmlns:a16="http://schemas.microsoft.com/office/drawing/2014/main" id="{79BB5309-2219-4A1E-87ED-72FC2A010795}"/>
                </a:ext>
              </a:extLst>
            </p:cNvPr>
            <p:cNvSpPr/>
            <p:nvPr/>
          </p:nvSpPr>
          <p:spPr>
            <a:xfrm>
              <a:off x="1336926" y="2360609"/>
              <a:ext cx="2298367" cy="2087439"/>
            </a:xfrm>
            <a:prstGeom prst="ellipse">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829AA4">
                      <a:lumMod val="75000"/>
                    </a:srgbClr>
                  </a:solidFill>
                  <a:effectLst/>
                  <a:uLnTx/>
                  <a:uFillTx/>
                  <a:latin typeface="Gotham Book"/>
                  <a:ea typeface="+mn-ea"/>
                  <a:cs typeface="+mn-cs"/>
                </a:rPr>
                <a:t>At Organisation 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829AA4">
                      <a:lumMod val="75000"/>
                    </a:srgbClr>
                  </a:solidFill>
                  <a:effectLst/>
                  <a:uLnTx/>
                  <a:uFillTx/>
                  <a:latin typeface="Gotham Book"/>
                  <a:ea typeface="+mn-ea"/>
                  <a:cs typeface="+mn-cs"/>
                </a:rPr>
                <a:t>Project Level</a:t>
              </a:r>
              <a:endParaRPr kumimoji="0" lang="en-GB" sz="1400" b="0" i="0" u="none" strike="noStrike" kern="1200" cap="none" spc="0" normalizeH="0" baseline="0" noProof="0" dirty="0">
                <a:ln>
                  <a:noFill/>
                </a:ln>
                <a:solidFill>
                  <a:srgbClr val="829AA4">
                    <a:lumMod val="75000"/>
                  </a:srgbClr>
                </a:solidFill>
                <a:effectLst/>
                <a:uLnTx/>
                <a:uFillTx/>
                <a:latin typeface="Gotham Book"/>
                <a:ea typeface="+mn-ea"/>
                <a:cs typeface="+mn-cs"/>
              </a:endParaRPr>
            </a:p>
          </p:txBody>
        </p:sp>
        <p:sp>
          <p:nvSpPr>
            <p:cNvPr id="41" name="Freeform: Shape 58">
              <a:extLst>
                <a:ext uri="{FF2B5EF4-FFF2-40B4-BE49-F238E27FC236}">
                  <a16:creationId xmlns:a16="http://schemas.microsoft.com/office/drawing/2014/main" id="{9AE2B808-8FEC-B840-9B94-CD09153E96D0}"/>
                </a:ext>
              </a:extLst>
            </p:cNvPr>
            <p:cNvSpPr/>
            <p:nvPr/>
          </p:nvSpPr>
          <p:spPr>
            <a:xfrm>
              <a:off x="7748255" y="-9476"/>
              <a:ext cx="1183819" cy="873367"/>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600" b="1" i="0" u="none" strike="noStrike" kern="1200" cap="none" spc="0" normalizeH="0" baseline="0" noProof="0" dirty="0">
                  <a:ln>
                    <a:noFill/>
                  </a:ln>
                  <a:solidFill>
                    <a:srgbClr val="636363">
                      <a:hueOff val="0"/>
                      <a:satOff val="0"/>
                      <a:lumOff val="0"/>
                      <a:alphaOff val="0"/>
                    </a:srgbClr>
                  </a:solidFill>
                  <a:effectLst/>
                  <a:uLnTx/>
                  <a:uFillTx/>
                  <a:latin typeface="Gotham Book"/>
                  <a:ea typeface="+mn-ea"/>
                  <a:cs typeface="+mn-cs"/>
                </a:rPr>
                <a:t>Stakeholder Identification</a:t>
              </a:r>
            </a:p>
          </p:txBody>
        </p:sp>
      </p:grpSp>
      <p:sp>
        <p:nvSpPr>
          <p:cNvPr id="35" name="Arrow: Circular 57">
            <a:extLst>
              <a:ext uri="{FF2B5EF4-FFF2-40B4-BE49-F238E27FC236}">
                <a16:creationId xmlns:a16="http://schemas.microsoft.com/office/drawing/2014/main" id="{E2019ADF-086E-9445-A0E7-48AC42A1F922}"/>
              </a:ext>
            </a:extLst>
          </p:cNvPr>
          <p:cNvSpPr/>
          <p:nvPr/>
        </p:nvSpPr>
        <p:spPr>
          <a:xfrm rot="384986" flipV="1">
            <a:off x="907852" y="-2440826"/>
            <a:ext cx="5793674" cy="5793674"/>
          </a:xfrm>
          <a:prstGeom prst="circularArrow">
            <a:avLst>
              <a:gd name="adj1" fmla="val 4507"/>
              <a:gd name="adj2" fmla="val 179900"/>
              <a:gd name="adj3" fmla="val 19128914"/>
              <a:gd name="adj4" fmla="val 17495830"/>
              <a:gd name="adj5" fmla="val 3429"/>
            </a:avLst>
          </a:prstGeom>
          <a:solidFill>
            <a:schemeClr val="tx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dirty="0"/>
          </a:p>
        </p:txBody>
      </p:sp>
    </p:spTree>
    <p:extLst>
      <p:ext uri="{BB962C8B-B14F-4D97-AF65-F5344CB8AC3E}">
        <p14:creationId xmlns:p14="http://schemas.microsoft.com/office/powerpoint/2010/main" val="2455422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D5A95-7DFD-456E-A0FB-A5FD5ECC14D9}"/>
              </a:ext>
            </a:extLst>
          </p:cNvPr>
          <p:cNvSpPr>
            <a:spLocks noGrp="1"/>
          </p:cNvSpPr>
          <p:nvPr>
            <p:ph type="title"/>
          </p:nvPr>
        </p:nvSpPr>
        <p:spPr/>
        <p:txBody>
          <a:bodyPr/>
          <a:lstStyle/>
          <a:p>
            <a:r>
              <a:rPr lang="en-GB" dirty="0"/>
              <a:t>Defining the problem</a:t>
            </a:r>
          </a:p>
        </p:txBody>
      </p:sp>
      <p:grpSp>
        <p:nvGrpSpPr>
          <p:cNvPr id="7" name="Group 6">
            <a:extLst>
              <a:ext uri="{FF2B5EF4-FFF2-40B4-BE49-F238E27FC236}">
                <a16:creationId xmlns:a16="http://schemas.microsoft.com/office/drawing/2014/main" id="{2ED84AF8-CCED-F248-909E-BFBB0E736F28}"/>
              </a:ext>
            </a:extLst>
          </p:cNvPr>
          <p:cNvGrpSpPr/>
          <p:nvPr/>
        </p:nvGrpSpPr>
        <p:grpSpPr>
          <a:xfrm>
            <a:off x="689451" y="2004060"/>
            <a:ext cx="10813098" cy="3512820"/>
            <a:chOff x="0" y="0"/>
            <a:chExt cx="6478039" cy="1874520"/>
          </a:xfrm>
        </p:grpSpPr>
        <p:sp>
          <p:nvSpPr>
            <p:cNvPr id="8" name="Rounded Rectangle 7">
              <a:extLst>
                <a:ext uri="{FF2B5EF4-FFF2-40B4-BE49-F238E27FC236}">
                  <a16:creationId xmlns:a16="http://schemas.microsoft.com/office/drawing/2014/main" id="{A0C97A6B-85D5-ED4F-904C-ED0DFE29B493}"/>
                </a:ext>
              </a:extLst>
            </p:cNvPr>
            <p:cNvSpPr/>
            <p:nvPr/>
          </p:nvSpPr>
          <p:spPr>
            <a:xfrm>
              <a:off x="0" y="0"/>
              <a:ext cx="1268730" cy="1874520"/>
            </a:xfrm>
            <a:prstGeom prst="roundRect">
              <a:avLst>
                <a:gd name="adj" fmla="val 5467"/>
              </a:avLst>
            </a:prstGeom>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0170">
                <a:spcAft>
                  <a:spcPts val="600"/>
                </a:spcAft>
              </a:pPr>
              <a:r>
                <a:rPr lang="en-GB" dirty="0">
                  <a:effectLst/>
                  <a:latin typeface="Calibri Light" panose="020F0302020204030204" pitchFamily="34" charset="0"/>
                  <a:ea typeface="MS Mincho" panose="02020609040205080304" pitchFamily="49" charset="-128"/>
                  <a:cs typeface="Calibri Light" panose="020F0302020204030204" pitchFamily="34" charset="0"/>
                </a:rPr>
                <a:t>What is the key issue you are trying to address?</a:t>
              </a:r>
            </a:p>
            <a:p>
              <a:pPr marL="90170">
                <a:spcAft>
                  <a:spcPts val="600"/>
                </a:spcAft>
              </a:pPr>
              <a:r>
                <a:rPr lang="en-GB" dirty="0">
                  <a:effectLst/>
                  <a:latin typeface="Calibri Light" panose="020F0302020204030204" pitchFamily="34" charset="0"/>
                  <a:ea typeface="MS Mincho" panose="02020609040205080304" pitchFamily="49" charset="-128"/>
                  <a:cs typeface="Calibri Light" panose="020F0302020204030204" pitchFamily="34" charset="0"/>
                </a:rPr>
                <a:t>Why is it important?</a:t>
              </a:r>
            </a:p>
          </p:txBody>
        </p:sp>
        <p:sp>
          <p:nvSpPr>
            <p:cNvPr id="9" name="Rounded Rectangle 8">
              <a:extLst>
                <a:ext uri="{FF2B5EF4-FFF2-40B4-BE49-F238E27FC236}">
                  <a16:creationId xmlns:a16="http://schemas.microsoft.com/office/drawing/2014/main" id="{B0B38618-CB22-EF41-AE72-D79752973B65}"/>
                </a:ext>
              </a:extLst>
            </p:cNvPr>
            <p:cNvSpPr/>
            <p:nvPr/>
          </p:nvSpPr>
          <p:spPr>
            <a:xfrm>
              <a:off x="1302327" y="0"/>
              <a:ext cx="1268730" cy="1874520"/>
            </a:xfrm>
            <a:prstGeom prst="roundRect">
              <a:avLst>
                <a:gd name="adj" fmla="val 5467"/>
              </a:avLst>
            </a:prstGeom>
          </p:spPr>
          <p:style>
            <a:lnRef idx="2">
              <a:schemeClr val="accent3">
                <a:shade val="50000"/>
              </a:schemeClr>
            </a:lnRef>
            <a:fillRef idx="1">
              <a:schemeClr val="accent3"/>
            </a:fillRef>
            <a:effectRef idx="0">
              <a:schemeClr val="accent3"/>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0170">
                <a:spcAft>
                  <a:spcPts val="600"/>
                </a:spcAft>
              </a:pPr>
              <a:r>
                <a:rPr lang="en-GB" dirty="0">
                  <a:effectLst/>
                  <a:latin typeface="Calibri Light" panose="020F0302020204030204" pitchFamily="34" charset="0"/>
                  <a:ea typeface="MS Mincho" panose="02020609040205080304" pitchFamily="49" charset="-128"/>
                  <a:cs typeface="Calibri Light" panose="020F0302020204030204" pitchFamily="34" charset="0"/>
                </a:rPr>
                <a:t>Who is it a problem for?</a:t>
              </a:r>
            </a:p>
          </p:txBody>
        </p:sp>
        <p:sp>
          <p:nvSpPr>
            <p:cNvPr id="10" name="Rounded Rectangle 9">
              <a:extLst>
                <a:ext uri="{FF2B5EF4-FFF2-40B4-BE49-F238E27FC236}">
                  <a16:creationId xmlns:a16="http://schemas.microsoft.com/office/drawing/2014/main" id="{1B2B341B-3567-E244-BFE2-35C35CD31825}"/>
                </a:ext>
              </a:extLst>
            </p:cNvPr>
            <p:cNvSpPr/>
            <p:nvPr/>
          </p:nvSpPr>
          <p:spPr>
            <a:xfrm>
              <a:off x="2604654" y="0"/>
              <a:ext cx="1268730" cy="1874520"/>
            </a:xfrm>
            <a:prstGeom prst="roundRect">
              <a:avLst>
                <a:gd name="adj" fmla="val 5467"/>
              </a:avLst>
            </a:prstGeom>
          </p:spPr>
          <p:style>
            <a:lnRef idx="2">
              <a:schemeClr val="accent4">
                <a:shade val="50000"/>
              </a:schemeClr>
            </a:lnRef>
            <a:fillRef idx="1">
              <a:schemeClr val="accent4"/>
            </a:fillRef>
            <a:effectRef idx="0">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0170">
                <a:spcAft>
                  <a:spcPts val="600"/>
                </a:spcAft>
              </a:pPr>
              <a:r>
                <a:rPr lang="en-GB" dirty="0">
                  <a:effectLst/>
                  <a:latin typeface="Calibri Light" panose="020F0302020204030204" pitchFamily="34" charset="0"/>
                  <a:ea typeface="MS Mincho" panose="02020609040205080304" pitchFamily="49" charset="-128"/>
                  <a:cs typeface="Calibri Light" panose="020F0302020204030204" pitchFamily="34" charset="0"/>
                </a:rPr>
                <a:t>What </a:t>
              </a:r>
              <a:endParaRPr lang="en-GB" dirty="0">
                <a:latin typeface="Calibri Light" panose="020F0302020204030204" pitchFamily="34" charset="0"/>
                <a:ea typeface="MS Mincho" panose="02020609040205080304" pitchFamily="49" charset="-128"/>
                <a:cs typeface="Calibri Light" panose="020F0302020204030204" pitchFamily="34" charset="0"/>
              </a:endParaRPr>
            </a:p>
            <a:p>
              <a:pPr marL="90170">
                <a:spcAft>
                  <a:spcPts val="600"/>
                </a:spcAft>
              </a:pPr>
              <a:r>
                <a:rPr lang="en-GB" b="1" dirty="0">
                  <a:effectLst/>
                  <a:latin typeface="Calibri Light" panose="020F0302020204030204" pitchFamily="34" charset="0"/>
                  <a:ea typeface="MS Mincho" panose="02020609040205080304" pitchFamily="49" charset="-128"/>
                  <a:cs typeface="Calibri Light" panose="020F0302020204030204" pitchFamily="34" charset="0"/>
                </a:rPr>
                <a:t>Political</a:t>
              </a:r>
            </a:p>
            <a:p>
              <a:pPr marL="90170">
                <a:spcAft>
                  <a:spcPts val="600"/>
                </a:spcAft>
              </a:pPr>
              <a:r>
                <a:rPr lang="en-GB" b="1" dirty="0">
                  <a:latin typeface="Calibri Light" panose="020F0302020204030204" pitchFamily="34" charset="0"/>
                  <a:ea typeface="MS Mincho" panose="02020609040205080304" pitchFamily="49" charset="-128"/>
                  <a:cs typeface="Calibri Light" panose="020F0302020204030204" pitchFamily="34" charset="0"/>
                </a:rPr>
                <a:t>Economic</a:t>
              </a:r>
            </a:p>
            <a:p>
              <a:pPr marL="90170">
                <a:spcAft>
                  <a:spcPts val="600"/>
                </a:spcAft>
              </a:pPr>
              <a:r>
                <a:rPr lang="en-GB" b="1" dirty="0">
                  <a:effectLst/>
                  <a:latin typeface="Calibri Light" panose="020F0302020204030204" pitchFamily="34" charset="0"/>
                  <a:ea typeface="MS Mincho" panose="02020609040205080304" pitchFamily="49" charset="-128"/>
                  <a:cs typeface="Calibri Light" panose="020F0302020204030204" pitchFamily="34" charset="0"/>
                </a:rPr>
                <a:t>Social</a:t>
              </a:r>
            </a:p>
            <a:p>
              <a:pPr marL="90170">
                <a:spcAft>
                  <a:spcPts val="600"/>
                </a:spcAft>
              </a:pPr>
              <a:r>
                <a:rPr lang="en-GB" b="1" dirty="0">
                  <a:latin typeface="Calibri Light" panose="020F0302020204030204" pitchFamily="34" charset="0"/>
                  <a:ea typeface="MS Mincho" panose="02020609040205080304" pitchFamily="49" charset="-128"/>
                  <a:cs typeface="Calibri Light" panose="020F0302020204030204" pitchFamily="34" charset="0"/>
                </a:rPr>
                <a:t>Technological</a:t>
              </a:r>
            </a:p>
            <a:p>
              <a:pPr marL="90170">
                <a:spcAft>
                  <a:spcPts val="600"/>
                </a:spcAft>
              </a:pPr>
              <a:r>
                <a:rPr lang="en-GB" b="1" dirty="0">
                  <a:effectLst/>
                  <a:latin typeface="Calibri Light" panose="020F0302020204030204" pitchFamily="34" charset="0"/>
                  <a:ea typeface="MS Mincho" panose="02020609040205080304" pitchFamily="49" charset="-128"/>
                  <a:cs typeface="Calibri Light" panose="020F0302020204030204" pitchFamily="34" charset="0"/>
                </a:rPr>
                <a:t>Legal</a:t>
              </a:r>
            </a:p>
            <a:p>
              <a:pPr marL="90170">
                <a:spcAft>
                  <a:spcPts val="600"/>
                </a:spcAft>
              </a:pPr>
              <a:r>
                <a:rPr lang="en-GB" b="1" dirty="0">
                  <a:latin typeface="Calibri Light" panose="020F0302020204030204" pitchFamily="34" charset="0"/>
                  <a:ea typeface="MS Mincho" panose="02020609040205080304" pitchFamily="49" charset="-128"/>
                  <a:cs typeface="Calibri Light" panose="020F0302020204030204" pitchFamily="34" charset="0"/>
                </a:rPr>
                <a:t>Environmental </a:t>
              </a:r>
            </a:p>
            <a:p>
              <a:pPr marL="90170">
                <a:spcAft>
                  <a:spcPts val="600"/>
                </a:spcAft>
              </a:pPr>
              <a:r>
                <a:rPr lang="en-GB" dirty="0">
                  <a:effectLst/>
                  <a:latin typeface="Calibri Light" panose="020F0302020204030204" pitchFamily="34" charset="0"/>
                  <a:ea typeface="MS Mincho" panose="02020609040205080304" pitchFamily="49" charset="-128"/>
                  <a:cs typeface="Calibri Light" panose="020F0302020204030204" pitchFamily="34" charset="0"/>
                </a:rPr>
                <a:t>factors shape this problem?</a:t>
              </a:r>
            </a:p>
          </p:txBody>
        </p:sp>
        <p:sp>
          <p:nvSpPr>
            <p:cNvPr id="11" name="Rounded Rectangle 10">
              <a:extLst>
                <a:ext uri="{FF2B5EF4-FFF2-40B4-BE49-F238E27FC236}">
                  <a16:creationId xmlns:a16="http://schemas.microsoft.com/office/drawing/2014/main" id="{5E9CCE24-FF34-F84E-8CEA-1D97C36FE32F}"/>
                </a:ext>
              </a:extLst>
            </p:cNvPr>
            <p:cNvSpPr/>
            <p:nvPr/>
          </p:nvSpPr>
          <p:spPr>
            <a:xfrm>
              <a:off x="3906981" y="0"/>
              <a:ext cx="1268730" cy="1874520"/>
            </a:xfrm>
            <a:prstGeom prst="roundRect">
              <a:avLst>
                <a:gd name="adj" fmla="val 5467"/>
              </a:avLst>
            </a:prstGeom>
          </p:spPr>
          <p:style>
            <a:lnRef idx="2">
              <a:schemeClr val="accent5">
                <a:shade val="50000"/>
              </a:schemeClr>
            </a:lnRef>
            <a:fillRef idx="1">
              <a:schemeClr val="accent5"/>
            </a:fillRef>
            <a:effectRef idx="0">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0170" marR="49530">
                <a:spcAft>
                  <a:spcPts val="600"/>
                </a:spcAft>
              </a:pPr>
              <a:r>
                <a:rPr lang="en-GB" dirty="0">
                  <a:effectLst/>
                  <a:latin typeface="Calibri Light" panose="020F0302020204030204" pitchFamily="34" charset="0"/>
                  <a:ea typeface="MS Mincho" panose="02020609040205080304" pitchFamily="49" charset="-128"/>
                  <a:cs typeface="Calibri Light" panose="020F0302020204030204" pitchFamily="34" charset="0"/>
                </a:rPr>
                <a:t>What evidence do you have that this is worth the investment?</a:t>
              </a:r>
            </a:p>
          </p:txBody>
        </p:sp>
        <p:sp>
          <p:nvSpPr>
            <p:cNvPr id="12" name="Rounded Rectangle 11">
              <a:extLst>
                <a:ext uri="{FF2B5EF4-FFF2-40B4-BE49-F238E27FC236}">
                  <a16:creationId xmlns:a16="http://schemas.microsoft.com/office/drawing/2014/main" id="{8CC57BB1-0C1B-0B41-9445-42098933049B}"/>
                </a:ext>
              </a:extLst>
            </p:cNvPr>
            <p:cNvSpPr/>
            <p:nvPr/>
          </p:nvSpPr>
          <p:spPr>
            <a:xfrm>
              <a:off x="5209309" y="0"/>
              <a:ext cx="1268730" cy="1874520"/>
            </a:xfrm>
            <a:prstGeom prst="roundRect">
              <a:avLst>
                <a:gd name="adj" fmla="val 5467"/>
              </a:avLst>
            </a:prstGeom>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0170" marR="38100">
                <a:spcAft>
                  <a:spcPts val="600"/>
                </a:spcAft>
              </a:pPr>
              <a:r>
                <a:rPr lang="en-GB" dirty="0">
                  <a:effectLst/>
                  <a:latin typeface="Calibri Light" panose="020F0302020204030204" pitchFamily="34" charset="0"/>
                  <a:ea typeface="MS Mincho" panose="02020609040205080304" pitchFamily="49" charset="-128"/>
                  <a:cs typeface="Calibri Light" panose="020F0302020204030204" pitchFamily="34" charset="0"/>
                </a:rPr>
                <a:t>What are the other solutions?</a:t>
              </a:r>
            </a:p>
            <a:p>
              <a:pPr marL="90170" marR="38100">
                <a:spcAft>
                  <a:spcPts val="600"/>
                </a:spcAft>
              </a:pPr>
              <a:r>
                <a:rPr lang="en-GB" dirty="0">
                  <a:effectLst/>
                  <a:latin typeface="Calibri Light" panose="020F0302020204030204" pitchFamily="34" charset="0"/>
                  <a:ea typeface="MS Mincho" panose="02020609040205080304" pitchFamily="49" charset="-128"/>
                  <a:cs typeface="Calibri Light" panose="020F0302020204030204" pitchFamily="34" charset="0"/>
                </a:rPr>
                <a:t>What are the benefits/short-comings of these solutions? </a:t>
              </a:r>
            </a:p>
          </p:txBody>
        </p:sp>
        <p:sp>
          <p:nvSpPr>
            <p:cNvPr id="16" name="Triangle 15">
              <a:extLst>
                <a:ext uri="{FF2B5EF4-FFF2-40B4-BE49-F238E27FC236}">
                  <a16:creationId xmlns:a16="http://schemas.microsoft.com/office/drawing/2014/main" id="{EF05E262-9D20-3247-AA84-6B1E55C3527B}"/>
                </a:ext>
              </a:extLst>
            </p:cNvPr>
            <p:cNvSpPr/>
            <p:nvPr/>
          </p:nvSpPr>
          <p:spPr>
            <a:xfrm rot="5400000">
              <a:off x="1173307" y="1422689"/>
              <a:ext cx="300990" cy="262890"/>
            </a:xfrm>
            <a:prstGeom prst="triangle">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7" name="Triangle 16">
              <a:extLst>
                <a:ext uri="{FF2B5EF4-FFF2-40B4-BE49-F238E27FC236}">
                  <a16:creationId xmlns:a16="http://schemas.microsoft.com/office/drawing/2014/main" id="{BF910A4B-70AA-B740-957C-52D111822C7B}"/>
                </a:ext>
              </a:extLst>
            </p:cNvPr>
            <p:cNvSpPr/>
            <p:nvPr/>
          </p:nvSpPr>
          <p:spPr>
            <a:xfrm rot="5400000">
              <a:off x="2434070" y="1422689"/>
              <a:ext cx="300990" cy="262890"/>
            </a:xfrm>
            <a:prstGeom prst="triangle">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8" name="Triangle 17">
              <a:extLst>
                <a:ext uri="{FF2B5EF4-FFF2-40B4-BE49-F238E27FC236}">
                  <a16:creationId xmlns:a16="http://schemas.microsoft.com/office/drawing/2014/main" id="{34173320-0620-284F-9709-8CF8E5119778}"/>
                </a:ext>
              </a:extLst>
            </p:cNvPr>
            <p:cNvSpPr/>
            <p:nvPr/>
          </p:nvSpPr>
          <p:spPr>
            <a:xfrm rot="5400000">
              <a:off x="3736397" y="1422689"/>
              <a:ext cx="300990" cy="262890"/>
            </a:xfrm>
            <a:prstGeom prst="triangle">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9" name="Triangle 18">
              <a:extLst>
                <a:ext uri="{FF2B5EF4-FFF2-40B4-BE49-F238E27FC236}">
                  <a16:creationId xmlns:a16="http://schemas.microsoft.com/office/drawing/2014/main" id="{09578739-A402-D241-ACEC-F2CDFFBFC202}"/>
                </a:ext>
              </a:extLst>
            </p:cNvPr>
            <p:cNvSpPr/>
            <p:nvPr/>
          </p:nvSpPr>
          <p:spPr>
            <a:xfrm rot="5400000">
              <a:off x="5052579" y="1422689"/>
              <a:ext cx="300990" cy="262890"/>
            </a:xfrm>
            <a:prstGeom prst="triangle">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spTree>
    <p:extLst>
      <p:ext uri="{BB962C8B-B14F-4D97-AF65-F5344CB8AC3E}">
        <p14:creationId xmlns:p14="http://schemas.microsoft.com/office/powerpoint/2010/main" val="1149982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06EF889-D5C3-B04D-9439-D15F99BCA9FA}"/>
              </a:ext>
            </a:extLst>
          </p:cNvPr>
          <p:cNvSpPr>
            <a:spLocks noGrp="1"/>
          </p:cNvSpPr>
          <p:nvPr>
            <p:ph type="body" sz="quarter" idx="13"/>
          </p:nvPr>
        </p:nvSpPr>
        <p:spPr/>
        <p:txBody>
          <a:bodyPr/>
          <a:lstStyle/>
          <a:p>
            <a:r>
              <a:rPr lang="en-GB" dirty="0"/>
              <a:t>Exercise: Define the Problem (30 mins) </a:t>
            </a:r>
          </a:p>
        </p:txBody>
      </p:sp>
    </p:spTree>
    <p:extLst>
      <p:ext uri="{BB962C8B-B14F-4D97-AF65-F5344CB8AC3E}">
        <p14:creationId xmlns:p14="http://schemas.microsoft.com/office/powerpoint/2010/main" val="876472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EA2E2-5B09-4F99-99D9-7FC29657A3D7}"/>
              </a:ext>
            </a:extLst>
          </p:cNvPr>
          <p:cNvSpPr>
            <a:spLocks noGrp="1"/>
          </p:cNvSpPr>
          <p:nvPr>
            <p:ph type="title"/>
          </p:nvPr>
        </p:nvSpPr>
        <p:spPr/>
        <p:txBody>
          <a:bodyPr/>
          <a:lstStyle/>
          <a:p>
            <a:r>
              <a:rPr lang="en-GB" dirty="0"/>
              <a:t>Mapping Key Stakeholders </a:t>
            </a:r>
          </a:p>
        </p:txBody>
      </p:sp>
      <p:sp>
        <p:nvSpPr>
          <p:cNvPr id="17" name="TextBox 16">
            <a:extLst>
              <a:ext uri="{FF2B5EF4-FFF2-40B4-BE49-F238E27FC236}">
                <a16:creationId xmlns:a16="http://schemas.microsoft.com/office/drawing/2014/main" id="{E6B61D1C-4D69-4407-ACC3-E1A29737C8AD}"/>
              </a:ext>
            </a:extLst>
          </p:cNvPr>
          <p:cNvSpPr txBox="1"/>
          <p:nvPr/>
        </p:nvSpPr>
        <p:spPr>
          <a:xfrm>
            <a:off x="18676038" y="6955085"/>
            <a:ext cx="181972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solidFill>
                <a:effectLst/>
                <a:uLnTx/>
                <a:uFillTx/>
                <a:latin typeface="Gotham Book"/>
                <a:ea typeface="+mn-ea"/>
                <a:cs typeface="+mn-cs"/>
              </a:rPr>
              <a:t>Interest</a:t>
            </a:r>
          </a:p>
        </p:txBody>
      </p:sp>
      <p:graphicFrame>
        <p:nvGraphicFramePr>
          <p:cNvPr id="9" name="Diagram 8">
            <a:extLst>
              <a:ext uri="{FF2B5EF4-FFF2-40B4-BE49-F238E27FC236}">
                <a16:creationId xmlns:a16="http://schemas.microsoft.com/office/drawing/2014/main" id="{EE07ADF6-2C04-764C-AC21-359AF1E68C1D}"/>
              </a:ext>
            </a:extLst>
          </p:cNvPr>
          <p:cNvGraphicFramePr/>
          <p:nvPr>
            <p:extLst>
              <p:ext uri="{D42A27DB-BD31-4B8C-83A1-F6EECF244321}">
                <p14:modId xmlns:p14="http://schemas.microsoft.com/office/powerpoint/2010/main" val="2825215495"/>
              </p:ext>
            </p:extLst>
          </p:nvPr>
        </p:nvGraphicFramePr>
        <p:xfrm>
          <a:off x="684530" y="1679931"/>
          <a:ext cx="6525260" cy="46824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ounded Rectangle 3">
            <a:extLst>
              <a:ext uri="{FF2B5EF4-FFF2-40B4-BE49-F238E27FC236}">
                <a16:creationId xmlns:a16="http://schemas.microsoft.com/office/drawing/2014/main" id="{BDCB02AF-2D7B-8E4C-A15B-E09B628E230C}"/>
              </a:ext>
            </a:extLst>
          </p:cNvPr>
          <p:cNvSpPr/>
          <p:nvPr/>
        </p:nvSpPr>
        <p:spPr>
          <a:xfrm>
            <a:off x="8016240" y="2270760"/>
            <a:ext cx="3383280" cy="292608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What do they want to know?</a:t>
            </a:r>
          </a:p>
          <a:p>
            <a:pPr algn="ctr"/>
            <a:endParaRPr lang="en-GB" dirty="0"/>
          </a:p>
          <a:p>
            <a:pPr algn="ctr"/>
            <a:r>
              <a:rPr lang="en-GB" dirty="0"/>
              <a:t>How will you inform them?</a:t>
            </a:r>
          </a:p>
        </p:txBody>
      </p:sp>
    </p:spTree>
    <p:extLst>
      <p:ext uri="{BB962C8B-B14F-4D97-AF65-F5344CB8AC3E}">
        <p14:creationId xmlns:p14="http://schemas.microsoft.com/office/powerpoint/2010/main" val="1341719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06EF889-D5C3-B04D-9439-D15F99BCA9FA}"/>
              </a:ext>
            </a:extLst>
          </p:cNvPr>
          <p:cNvSpPr>
            <a:spLocks noGrp="1"/>
          </p:cNvSpPr>
          <p:nvPr>
            <p:ph type="body" sz="quarter" idx="13"/>
          </p:nvPr>
        </p:nvSpPr>
        <p:spPr/>
        <p:txBody>
          <a:bodyPr/>
          <a:lstStyle/>
          <a:p>
            <a:r>
              <a:rPr lang="en-GB" dirty="0"/>
              <a:t>Exercise: Mapping Key Stakeholders (30 mins) and then break! </a:t>
            </a:r>
          </a:p>
        </p:txBody>
      </p:sp>
    </p:spTree>
    <p:extLst>
      <p:ext uri="{BB962C8B-B14F-4D97-AF65-F5344CB8AC3E}">
        <p14:creationId xmlns:p14="http://schemas.microsoft.com/office/powerpoint/2010/main" val="1981426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CEE189-34D4-8540-817E-7FE931CFE9F2}"/>
              </a:ext>
            </a:extLst>
          </p:cNvPr>
          <p:cNvSpPr>
            <a:spLocks noGrp="1"/>
          </p:cNvSpPr>
          <p:nvPr>
            <p:ph type="body" sz="quarter" idx="10"/>
          </p:nvPr>
        </p:nvSpPr>
        <p:spPr/>
        <p:txBody>
          <a:bodyPr>
            <a:normAutofit fontScale="92500" lnSpcReduction="10000"/>
          </a:bodyPr>
          <a:lstStyle/>
          <a:p>
            <a:r>
              <a:rPr lang="en-GB" dirty="0"/>
              <a:t>Impact Framework</a:t>
            </a:r>
          </a:p>
        </p:txBody>
      </p:sp>
    </p:spTree>
    <p:extLst>
      <p:ext uri="{BB962C8B-B14F-4D97-AF65-F5344CB8AC3E}">
        <p14:creationId xmlns:p14="http://schemas.microsoft.com/office/powerpoint/2010/main" val="3363660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A9664-837F-5B4C-AFDB-87E3130F3904}"/>
              </a:ext>
            </a:extLst>
          </p:cNvPr>
          <p:cNvSpPr>
            <a:spLocks noGrp="1"/>
          </p:cNvSpPr>
          <p:nvPr>
            <p:ph type="title"/>
          </p:nvPr>
        </p:nvSpPr>
        <p:spPr/>
        <p:txBody>
          <a:bodyPr/>
          <a:lstStyle/>
          <a:p>
            <a:r>
              <a:rPr lang="en-GB" dirty="0"/>
              <a:t>Impact Framework: Theory of Change</a:t>
            </a:r>
          </a:p>
        </p:txBody>
      </p:sp>
      <p:graphicFrame>
        <p:nvGraphicFramePr>
          <p:cNvPr id="4" name="Diagram 3">
            <a:extLst>
              <a:ext uri="{FF2B5EF4-FFF2-40B4-BE49-F238E27FC236}">
                <a16:creationId xmlns:a16="http://schemas.microsoft.com/office/drawing/2014/main" id="{4AEF356E-63B9-4C46-A4E2-8B33311DCE86}"/>
              </a:ext>
            </a:extLst>
          </p:cNvPr>
          <p:cNvGraphicFramePr/>
          <p:nvPr>
            <p:extLst>
              <p:ext uri="{D42A27DB-BD31-4B8C-83A1-F6EECF244321}">
                <p14:modId xmlns:p14="http://schemas.microsoft.com/office/powerpoint/2010/main" val="3709450526"/>
              </p:ext>
            </p:extLst>
          </p:nvPr>
        </p:nvGraphicFramePr>
        <p:xfrm>
          <a:off x="437304" y="1115695"/>
          <a:ext cx="10174605" cy="57423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49394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5588F-49D9-8948-86C2-1746B66522B4}"/>
              </a:ext>
            </a:extLst>
          </p:cNvPr>
          <p:cNvSpPr>
            <a:spLocks noGrp="1"/>
          </p:cNvSpPr>
          <p:nvPr>
            <p:ph type="title"/>
          </p:nvPr>
        </p:nvSpPr>
        <p:spPr/>
        <p:txBody>
          <a:bodyPr/>
          <a:lstStyle/>
          <a:p>
            <a:r>
              <a:rPr lang="en-GB" dirty="0"/>
              <a:t>Theory of Change: Testing Assumptions</a:t>
            </a:r>
          </a:p>
        </p:txBody>
      </p:sp>
      <p:graphicFrame>
        <p:nvGraphicFramePr>
          <p:cNvPr id="4" name="Diagram 3">
            <a:extLst>
              <a:ext uri="{FF2B5EF4-FFF2-40B4-BE49-F238E27FC236}">
                <a16:creationId xmlns:a16="http://schemas.microsoft.com/office/drawing/2014/main" id="{A3499F64-B341-1540-868F-94EA9F325220}"/>
              </a:ext>
            </a:extLst>
          </p:cNvPr>
          <p:cNvGraphicFramePr/>
          <p:nvPr>
            <p:extLst>
              <p:ext uri="{D42A27DB-BD31-4B8C-83A1-F6EECF244321}">
                <p14:modId xmlns:p14="http://schemas.microsoft.com/office/powerpoint/2010/main" val="1986274171"/>
              </p:ext>
            </p:extLst>
          </p:nvPr>
        </p:nvGraphicFramePr>
        <p:xfrm>
          <a:off x="1615440" y="1679931"/>
          <a:ext cx="9758997" cy="4099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10D874F4-9FF7-0B4F-9CF3-21DA1DB1F8E4}"/>
              </a:ext>
            </a:extLst>
          </p:cNvPr>
          <p:cNvSpPr txBox="1"/>
          <p:nvPr/>
        </p:nvSpPr>
        <p:spPr>
          <a:xfrm>
            <a:off x="2453640" y="4952119"/>
            <a:ext cx="2987040" cy="923330"/>
          </a:xfrm>
          <a:prstGeom prst="rect">
            <a:avLst/>
          </a:prstGeom>
          <a:noFill/>
        </p:spPr>
        <p:txBody>
          <a:bodyPr wrap="square" rtlCol="0">
            <a:spAutoFit/>
          </a:bodyPr>
          <a:lstStyle/>
          <a:p>
            <a:pPr lvl="0"/>
            <a:r>
              <a:rPr lang="en-GB" dirty="0"/>
              <a:t>With these resources and do these activities, I can provide these goods and services...</a:t>
            </a:r>
          </a:p>
        </p:txBody>
      </p:sp>
      <p:sp>
        <p:nvSpPr>
          <p:cNvPr id="5" name="TextBox 4">
            <a:extLst>
              <a:ext uri="{FF2B5EF4-FFF2-40B4-BE49-F238E27FC236}">
                <a16:creationId xmlns:a16="http://schemas.microsoft.com/office/drawing/2014/main" id="{89DEC447-651F-064B-93FD-76C50BEC8484}"/>
              </a:ext>
            </a:extLst>
          </p:cNvPr>
          <p:cNvSpPr txBox="1"/>
          <p:nvPr/>
        </p:nvSpPr>
        <p:spPr>
          <a:xfrm>
            <a:off x="4709160" y="1583973"/>
            <a:ext cx="2987040" cy="923330"/>
          </a:xfrm>
          <a:prstGeom prst="rect">
            <a:avLst/>
          </a:prstGeom>
          <a:noFill/>
        </p:spPr>
        <p:txBody>
          <a:bodyPr wrap="square" rtlCol="0">
            <a:spAutoFit/>
          </a:bodyPr>
          <a:lstStyle/>
          <a:p>
            <a:pPr lvl="0" algn="ctr"/>
            <a:r>
              <a:rPr lang="en-GB" dirty="0"/>
              <a:t>Access to goods &amp; services will change users' knowledge, attitudes, practices</a:t>
            </a:r>
          </a:p>
        </p:txBody>
      </p:sp>
      <p:sp>
        <p:nvSpPr>
          <p:cNvPr id="6" name="TextBox 5">
            <a:extLst>
              <a:ext uri="{FF2B5EF4-FFF2-40B4-BE49-F238E27FC236}">
                <a16:creationId xmlns:a16="http://schemas.microsoft.com/office/drawing/2014/main" id="{DECB3EAD-48F8-B444-A8C7-6056F209BA96}"/>
              </a:ext>
            </a:extLst>
          </p:cNvPr>
          <p:cNvSpPr txBox="1"/>
          <p:nvPr/>
        </p:nvSpPr>
        <p:spPr>
          <a:xfrm>
            <a:off x="6914038" y="5065182"/>
            <a:ext cx="2987040" cy="646331"/>
          </a:xfrm>
          <a:prstGeom prst="rect">
            <a:avLst/>
          </a:prstGeom>
          <a:noFill/>
        </p:spPr>
        <p:txBody>
          <a:bodyPr wrap="square" rtlCol="0">
            <a:spAutoFit/>
          </a:bodyPr>
          <a:lstStyle/>
          <a:p>
            <a:pPr lvl="0"/>
            <a:r>
              <a:rPr lang="en-GB" dirty="0"/>
              <a:t>Change in users’ practices will drive the desired impact</a:t>
            </a:r>
          </a:p>
        </p:txBody>
      </p:sp>
      <p:sp>
        <p:nvSpPr>
          <p:cNvPr id="7" name="TextBox 6">
            <a:extLst>
              <a:ext uri="{FF2B5EF4-FFF2-40B4-BE49-F238E27FC236}">
                <a16:creationId xmlns:a16="http://schemas.microsoft.com/office/drawing/2014/main" id="{375F206D-C8DF-8249-9FA7-6D1B0E6B3691}"/>
              </a:ext>
            </a:extLst>
          </p:cNvPr>
          <p:cNvSpPr txBox="1"/>
          <p:nvPr/>
        </p:nvSpPr>
        <p:spPr>
          <a:xfrm>
            <a:off x="8176631" y="1930043"/>
            <a:ext cx="2987040" cy="923330"/>
          </a:xfrm>
          <a:prstGeom prst="rect">
            <a:avLst/>
          </a:prstGeom>
          <a:noFill/>
        </p:spPr>
        <p:txBody>
          <a:bodyPr wrap="square" rtlCol="0">
            <a:spAutoFit/>
          </a:bodyPr>
          <a:lstStyle/>
          <a:p>
            <a:pPr lvl="0" algn="ctr"/>
            <a:r>
              <a:rPr lang="en-GB" dirty="0"/>
              <a:t>My organisation's impact is helping to resolve the problem I identified</a:t>
            </a:r>
          </a:p>
        </p:txBody>
      </p:sp>
    </p:spTree>
    <p:extLst>
      <p:ext uri="{BB962C8B-B14F-4D97-AF65-F5344CB8AC3E}">
        <p14:creationId xmlns:p14="http://schemas.microsoft.com/office/powerpoint/2010/main" val="3438693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Oval 20">
            <a:extLst>
              <a:ext uri="{FF2B5EF4-FFF2-40B4-BE49-F238E27FC236}">
                <a16:creationId xmlns:a16="http://schemas.microsoft.com/office/drawing/2014/main" id="{8AAB8D4C-92EE-4076-96C6-6D57646B7770}"/>
              </a:ext>
            </a:extLst>
          </p:cNvPr>
          <p:cNvSpPr/>
          <p:nvPr/>
        </p:nvSpPr>
        <p:spPr>
          <a:xfrm>
            <a:off x="2" y="619431"/>
            <a:ext cx="12057858" cy="5722375"/>
          </a:xfrm>
          <a:prstGeom prst="ellipse">
            <a:avLst/>
          </a:prstGeom>
          <a:solidFill>
            <a:srgbClr val="491A6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prstClr val="white"/>
              </a:solidFill>
              <a:effectLst/>
              <a:uLnTx/>
              <a:uFillTx/>
              <a:latin typeface="Gotham Book"/>
              <a:ea typeface="+mn-ea"/>
              <a:cs typeface="+mn-cs"/>
            </a:endParaRPr>
          </a:p>
        </p:txBody>
      </p:sp>
      <p:sp>
        <p:nvSpPr>
          <p:cNvPr id="19" name="Oval 18">
            <a:extLst>
              <a:ext uri="{FF2B5EF4-FFF2-40B4-BE49-F238E27FC236}">
                <a16:creationId xmlns:a16="http://schemas.microsoft.com/office/drawing/2014/main" id="{396D7E28-BB14-4391-886A-41C5BAADD8F8}"/>
              </a:ext>
            </a:extLst>
          </p:cNvPr>
          <p:cNvSpPr/>
          <p:nvPr/>
        </p:nvSpPr>
        <p:spPr>
          <a:xfrm>
            <a:off x="1" y="1216618"/>
            <a:ext cx="8314006" cy="4210665"/>
          </a:xfrm>
          <a:prstGeom prst="ellipse">
            <a:avLst/>
          </a:prstGeom>
          <a:solidFill>
            <a:srgbClr val="491A6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prstClr val="white"/>
              </a:solidFill>
              <a:effectLst/>
              <a:uLnTx/>
              <a:uFillTx/>
              <a:latin typeface="Gotham Book"/>
              <a:ea typeface="+mn-ea"/>
              <a:cs typeface="+mn-cs"/>
            </a:endParaRPr>
          </a:p>
        </p:txBody>
      </p:sp>
      <p:sp>
        <p:nvSpPr>
          <p:cNvPr id="18" name="Oval 17">
            <a:extLst>
              <a:ext uri="{FF2B5EF4-FFF2-40B4-BE49-F238E27FC236}">
                <a16:creationId xmlns:a16="http://schemas.microsoft.com/office/drawing/2014/main" id="{5D05B06A-8125-4EE7-A046-3EDCC5659E10}"/>
              </a:ext>
            </a:extLst>
          </p:cNvPr>
          <p:cNvSpPr/>
          <p:nvPr/>
        </p:nvSpPr>
        <p:spPr>
          <a:xfrm>
            <a:off x="134140" y="2038840"/>
            <a:ext cx="3287486" cy="25662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Gotham Book"/>
                <a:ea typeface="+mn-ea"/>
                <a:cs typeface="+mn-cs"/>
              </a:rPr>
              <a:t>What we do: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We provide training and employment opportunities to young prisoners and ex-offenders. </a:t>
            </a:r>
          </a:p>
        </p:txBody>
      </p:sp>
      <p:sp>
        <p:nvSpPr>
          <p:cNvPr id="20" name="TextBox 19">
            <a:extLst>
              <a:ext uri="{FF2B5EF4-FFF2-40B4-BE49-F238E27FC236}">
                <a16:creationId xmlns:a16="http://schemas.microsoft.com/office/drawing/2014/main" id="{396B6CEC-70EB-47F5-9930-B6E4A31CAAC3}"/>
              </a:ext>
            </a:extLst>
          </p:cNvPr>
          <p:cNvSpPr txBox="1"/>
          <p:nvPr/>
        </p:nvSpPr>
        <p:spPr>
          <a:xfrm>
            <a:off x="3305050" y="1733964"/>
            <a:ext cx="4034637" cy="369331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Gotham Book"/>
                <a:ea typeface="+mn-ea"/>
                <a:cs typeface="+mn-cs"/>
              </a:rPr>
              <a:t>What we influence: </a:t>
            </a:r>
          </a:p>
          <a:p>
            <a:pPr marL="285750" marR="0" lvl="0" indent="-285750" algn="ctr" defTabSz="914400" rtl="0" eaLnBrk="1" fontAlgn="auto" latinLnBrk="0" hangingPunct="1">
              <a:lnSpc>
                <a:spcPct val="100000"/>
              </a:lnSpc>
              <a:spcBef>
                <a:spcPts val="0"/>
              </a:spcBef>
              <a:spcAft>
                <a:spcPts val="0"/>
              </a:spcAft>
              <a:buClrTx/>
              <a:buSzTx/>
              <a:buFontTx/>
              <a:buChar char="-"/>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The opportunity for skills development for young people in the prison service.  </a:t>
            </a:r>
          </a:p>
          <a:p>
            <a:pPr marL="285750" marR="0" lvl="0" indent="-285750" algn="ctr" defTabSz="914400" rtl="0" eaLnBrk="1" fontAlgn="auto" latinLnBrk="0" hangingPunct="1">
              <a:lnSpc>
                <a:spcPct val="100000"/>
              </a:lnSpc>
              <a:spcBef>
                <a:spcPts val="0"/>
              </a:spcBef>
              <a:spcAft>
                <a:spcPts val="0"/>
              </a:spcAft>
              <a:buClrTx/>
              <a:buSzTx/>
              <a:buFontTx/>
              <a:buChar char="-"/>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The chance to benefit from working with a commercial organisation and in a team.</a:t>
            </a:r>
          </a:p>
          <a:p>
            <a:pPr marL="285750" marR="0" lvl="0" indent="-285750" algn="ctr" defTabSz="914400" rtl="0" eaLnBrk="1" fontAlgn="auto" latinLnBrk="0" hangingPunct="1">
              <a:lnSpc>
                <a:spcPct val="100000"/>
              </a:lnSpc>
              <a:spcBef>
                <a:spcPts val="0"/>
              </a:spcBef>
              <a:spcAft>
                <a:spcPts val="0"/>
              </a:spcAft>
              <a:buClrTx/>
              <a:buSzTx/>
              <a:buFontTx/>
              <a:buChar char="-"/>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A new way for prison officers and staff to engage with young people.</a:t>
            </a:r>
          </a:p>
          <a:p>
            <a:pPr marL="285750" marR="0" lvl="0" indent="-285750" algn="ctr" defTabSz="914400" rtl="0" eaLnBrk="1" fontAlgn="auto" latinLnBrk="0" hangingPunct="1">
              <a:lnSpc>
                <a:spcPct val="100000"/>
              </a:lnSpc>
              <a:spcBef>
                <a:spcPts val="0"/>
              </a:spcBef>
              <a:spcAft>
                <a:spcPts val="0"/>
              </a:spcAft>
              <a:buClrTx/>
              <a:buSzTx/>
              <a:buFontTx/>
              <a:buChar char="-"/>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More businesses in the coffee industry consider employing ex-offenders.</a:t>
            </a:r>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kumimoji="0" lang="en-GB" sz="1800" b="0" i="0" u="none" strike="noStrike" kern="1200" cap="none" spc="0" normalizeH="0" baseline="0" noProof="0" dirty="0">
              <a:ln>
                <a:noFill/>
              </a:ln>
              <a:solidFill>
                <a:srgbClr val="636363"/>
              </a:solidFill>
              <a:effectLst/>
              <a:uLnTx/>
              <a:uFillTx/>
              <a:latin typeface="Gotham Book"/>
              <a:ea typeface="+mn-ea"/>
              <a:cs typeface="+mn-cs"/>
            </a:endParaRPr>
          </a:p>
        </p:txBody>
      </p:sp>
      <p:sp>
        <p:nvSpPr>
          <p:cNvPr id="22" name="TextBox 21">
            <a:extLst>
              <a:ext uri="{FF2B5EF4-FFF2-40B4-BE49-F238E27FC236}">
                <a16:creationId xmlns:a16="http://schemas.microsoft.com/office/drawing/2014/main" id="{E85EDACB-4453-4407-A329-2EC2415FA2EE}"/>
              </a:ext>
            </a:extLst>
          </p:cNvPr>
          <p:cNvSpPr txBox="1"/>
          <p:nvPr/>
        </p:nvSpPr>
        <p:spPr>
          <a:xfrm>
            <a:off x="8131127" y="2167788"/>
            <a:ext cx="3130445" cy="286232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Gotham Book"/>
                <a:ea typeface="+mn-ea"/>
                <a:cs typeface="+mn-cs"/>
              </a:rPr>
              <a:t>What we want to achieve: </a:t>
            </a:r>
          </a:p>
          <a:p>
            <a:pPr marL="285750" marR="0" lvl="0" indent="-285750" algn="ctr" defTabSz="914400" rtl="0" eaLnBrk="1" fontAlgn="auto" latinLnBrk="0" hangingPunct="1">
              <a:lnSpc>
                <a:spcPct val="100000"/>
              </a:lnSpc>
              <a:spcBef>
                <a:spcPts val="0"/>
              </a:spcBef>
              <a:spcAft>
                <a:spcPts val="0"/>
              </a:spcAft>
              <a:buClrTx/>
              <a:buSzTx/>
              <a:buFontTx/>
              <a:buChar char="-"/>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Young redemption graduates enter gainful employment. </a:t>
            </a:r>
          </a:p>
          <a:p>
            <a:pPr marL="285750" marR="0" lvl="0" indent="-285750" algn="ctr" defTabSz="914400" rtl="0" eaLnBrk="1" fontAlgn="auto" latinLnBrk="0" hangingPunct="1">
              <a:lnSpc>
                <a:spcPct val="100000"/>
              </a:lnSpc>
              <a:spcBef>
                <a:spcPts val="0"/>
              </a:spcBef>
              <a:spcAft>
                <a:spcPts val="0"/>
              </a:spcAft>
              <a:buClrTx/>
              <a:buSzTx/>
              <a:buFontTx/>
              <a:buChar char="-"/>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Reduced rates of reoffending for redemption graduates.  </a:t>
            </a:r>
          </a:p>
          <a:p>
            <a:pPr marL="285750" marR="0" lvl="0" indent="-285750" algn="ctr" defTabSz="914400" rtl="0" eaLnBrk="1" fontAlgn="auto" latinLnBrk="0" hangingPunct="1">
              <a:lnSpc>
                <a:spcPct val="100000"/>
              </a:lnSpc>
              <a:spcBef>
                <a:spcPts val="0"/>
              </a:spcBef>
              <a:spcAft>
                <a:spcPts val="0"/>
              </a:spcAft>
              <a:buClrTx/>
              <a:buSzTx/>
              <a:buFontTx/>
              <a:buChar char="-"/>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Improved well-being and conditions in prison.</a:t>
            </a:r>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kumimoji="0" lang="en-GB" sz="1800" b="0" i="0" u="none" strike="noStrike" kern="1200" cap="none" spc="0" normalizeH="0" baseline="0" noProof="0" dirty="0">
              <a:ln>
                <a:noFill/>
              </a:ln>
              <a:solidFill>
                <a:srgbClr val="636363"/>
              </a:solidFill>
              <a:effectLst/>
              <a:uLnTx/>
              <a:uFillTx/>
              <a:latin typeface="Gotham Book"/>
              <a:ea typeface="+mn-ea"/>
              <a:cs typeface="+mn-cs"/>
            </a:endParaRPr>
          </a:p>
        </p:txBody>
      </p:sp>
      <p:sp>
        <p:nvSpPr>
          <p:cNvPr id="23" name="Text Placeholder 1">
            <a:extLst>
              <a:ext uri="{FF2B5EF4-FFF2-40B4-BE49-F238E27FC236}">
                <a16:creationId xmlns:a16="http://schemas.microsoft.com/office/drawing/2014/main" id="{1BC30C24-C5B8-4D33-A3E4-066041182BFC}"/>
              </a:ext>
            </a:extLst>
          </p:cNvPr>
          <p:cNvSpPr>
            <a:spLocks noGrp="1"/>
          </p:cNvSpPr>
          <p:nvPr>
            <p:ph type="body" sz="quarter" idx="13"/>
          </p:nvPr>
        </p:nvSpPr>
        <p:spPr>
          <a:xfrm>
            <a:off x="-8497" y="49140"/>
            <a:ext cx="8494575" cy="467054"/>
          </a:xfrm>
        </p:spPr>
        <p:txBody>
          <a:bodyPr>
            <a:noAutofit/>
          </a:bodyPr>
          <a:lstStyle/>
          <a:p>
            <a:r>
              <a:rPr lang="en-GB" sz="2800" dirty="0"/>
              <a:t>There are many ways to present a theory of change</a:t>
            </a:r>
          </a:p>
        </p:txBody>
      </p:sp>
      <p:pic>
        <p:nvPicPr>
          <p:cNvPr id="8" name="Picture 1">
            <a:extLst>
              <a:ext uri="{FF2B5EF4-FFF2-40B4-BE49-F238E27FC236}">
                <a16:creationId xmlns:a16="http://schemas.microsoft.com/office/drawing/2014/main" id="{38513968-8283-42D3-B070-9B421813B03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9025" y="147149"/>
            <a:ext cx="933451" cy="944563"/>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Rounded Corners 8">
            <a:extLst>
              <a:ext uri="{FF2B5EF4-FFF2-40B4-BE49-F238E27FC236}">
                <a16:creationId xmlns:a16="http://schemas.microsoft.com/office/drawing/2014/main" id="{921C8B5B-D33E-4CF9-B265-1D92B60C588C}"/>
              </a:ext>
            </a:extLst>
          </p:cNvPr>
          <p:cNvSpPr/>
          <p:nvPr/>
        </p:nvSpPr>
        <p:spPr>
          <a:xfrm>
            <a:off x="1079515" y="2167788"/>
            <a:ext cx="1280160" cy="317135"/>
          </a:xfrm>
          <a:prstGeom prst="roundRect">
            <a:avLst/>
          </a:prstGeom>
          <a:solidFill>
            <a:srgbClr val="FFFF97"/>
          </a:solidFill>
          <a:ln>
            <a:solidFill>
              <a:srgbClr val="FFFF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lumMod val="75000"/>
                  </a:schemeClr>
                </a:solidFill>
              </a:rPr>
              <a:t>G&amp;Ss</a:t>
            </a:r>
          </a:p>
        </p:txBody>
      </p:sp>
      <p:sp>
        <p:nvSpPr>
          <p:cNvPr id="10" name="Rectangle: Rounded Corners 9">
            <a:extLst>
              <a:ext uri="{FF2B5EF4-FFF2-40B4-BE49-F238E27FC236}">
                <a16:creationId xmlns:a16="http://schemas.microsoft.com/office/drawing/2014/main" id="{03B4D403-748C-4480-8727-71553B890954}"/>
              </a:ext>
            </a:extLst>
          </p:cNvPr>
          <p:cNvSpPr/>
          <p:nvPr/>
        </p:nvSpPr>
        <p:spPr>
          <a:xfrm>
            <a:off x="4599463" y="1430717"/>
            <a:ext cx="1429468" cy="373669"/>
          </a:xfrm>
          <a:prstGeom prst="round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lumMod val="75000"/>
                  </a:schemeClr>
                </a:solidFill>
              </a:rPr>
              <a:t>Outcomes</a:t>
            </a:r>
          </a:p>
        </p:txBody>
      </p:sp>
      <p:sp>
        <p:nvSpPr>
          <p:cNvPr id="11" name="Rectangle: Rounded Corners 10">
            <a:extLst>
              <a:ext uri="{FF2B5EF4-FFF2-40B4-BE49-F238E27FC236}">
                <a16:creationId xmlns:a16="http://schemas.microsoft.com/office/drawing/2014/main" id="{5FFEF524-FC60-46D9-8A17-61D4DA459BBB}"/>
              </a:ext>
            </a:extLst>
          </p:cNvPr>
          <p:cNvSpPr/>
          <p:nvPr/>
        </p:nvSpPr>
        <p:spPr>
          <a:xfrm>
            <a:off x="7743180" y="1046161"/>
            <a:ext cx="1429468" cy="394432"/>
          </a:xfrm>
          <a:prstGeom prst="round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lumMod val="75000"/>
                  </a:schemeClr>
                </a:solidFill>
              </a:rPr>
              <a:t>Impact</a:t>
            </a:r>
          </a:p>
        </p:txBody>
      </p:sp>
    </p:spTree>
    <p:extLst>
      <p:ext uri="{BB962C8B-B14F-4D97-AF65-F5344CB8AC3E}">
        <p14:creationId xmlns:p14="http://schemas.microsoft.com/office/powerpoint/2010/main" val="4041978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7AC1D88-5D98-4761-8ED1-88D8F897CF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4540" y="804093"/>
            <a:ext cx="8122920" cy="5249813"/>
          </a:xfrm>
          <a:prstGeom prst="rect">
            <a:avLst/>
          </a:prstGeom>
        </p:spPr>
      </p:pic>
    </p:spTree>
    <p:extLst>
      <p:ext uri="{BB962C8B-B14F-4D97-AF65-F5344CB8AC3E}">
        <p14:creationId xmlns:p14="http://schemas.microsoft.com/office/powerpoint/2010/main" val="1135281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06EF889-D5C3-B04D-9439-D15F99BCA9FA}"/>
              </a:ext>
            </a:extLst>
          </p:cNvPr>
          <p:cNvSpPr>
            <a:spLocks noGrp="1"/>
          </p:cNvSpPr>
          <p:nvPr>
            <p:ph type="body" sz="quarter" idx="13"/>
          </p:nvPr>
        </p:nvSpPr>
        <p:spPr/>
        <p:txBody>
          <a:bodyPr/>
          <a:lstStyle/>
          <a:p>
            <a:r>
              <a:rPr lang="en-GB" dirty="0"/>
              <a:t>Exercise: Theory of Change (this is not in the notebook, use post it notes and your table and take a photo of it after!!)</a:t>
            </a:r>
          </a:p>
        </p:txBody>
      </p:sp>
    </p:spTree>
    <p:extLst>
      <p:ext uri="{BB962C8B-B14F-4D97-AF65-F5344CB8AC3E}">
        <p14:creationId xmlns:p14="http://schemas.microsoft.com/office/powerpoint/2010/main" val="17347205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B60C475-CB7B-4349-B19B-059FBA65AB52}"/>
              </a:ext>
            </a:extLst>
          </p:cNvPr>
          <p:cNvSpPr/>
          <p:nvPr/>
        </p:nvSpPr>
        <p:spPr>
          <a:xfrm>
            <a:off x="312420" y="1499899"/>
            <a:ext cx="2392680" cy="960120"/>
          </a:xfrm>
          <a:prstGeom prst="rect">
            <a:avLst/>
          </a:prstGeom>
          <a:solidFill>
            <a:srgbClr val="F8F2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i="1" dirty="0">
                <a:solidFill>
                  <a:schemeClr val="tx1"/>
                </a:solidFill>
              </a:rPr>
              <a:t>Activities</a:t>
            </a:r>
          </a:p>
        </p:txBody>
      </p:sp>
      <p:sp>
        <p:nvSpPr>
          <p:cNvPr id="11" name="Rectangle 10">
            <a:extLst>
              <a:ext uri="{FF2B5EF4-FFF2-40B4-BE49-F238E27FC236}">
                <a16:creationId xmlns:a16="http://schemas.microsoft.com/office/drawing/2014/main" id="{6DF6E1EC-50F3-5E41-B746-B0464FEB47CA}"/>
              </a:ext>
            </a:extLst>
          </p:cNvPr>
          <p:cNvSpPr/>
          <p:nvPr/>
        </p:nvSpPr>
        <p:spPr>
          <a:xfrm>
            <a:off x="3238500" y="1499899"/>
            <a:ext cx="2392680" cy="960120"/>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i="1" dirty="0">
                <a:solidFill>
                  <a:schemeClr val="tx1"/>
                </a:solidFill>
              </a:rPr>
              <a:t>Goods &amp; Services</a:t>
            </a:r>
          </a:p>
        </p:txBody>
      </p:sp>
      <p:sp>
        <p:nvSpPr>
          <p:cNvPr id="12" name="Rectangle 11">
            <a:extLst>
              <a:ext uri="{FF2B5EF4-FFF2-40B4-BE49-F238E27FC236}">
                <a16:creationId xmlns:a16="http://schemas.microsoft.com/office/drawing/2014/main" id="{CC5E5B70-F6D0-9E4B-AA5F-2987F92F7C67}"/>
              </a:ext>
            </a:extLst>
          </p:cNvPr>
          <p:cNvSpPr/>
          <p:nvPr/>
        </p:nvSpPr>
        <p:spPr>
          <a:xfrm>
            <a:off x="6294120" y="1499899"/>
            <a:ext cx="2392680" cy="960120"/>
          </a:xfrm>
          <a:prstGeom prst="rect">
            <a:avLst/>
          </a:prstGeom>
          <a:solidFill>
            <a:srgbClr val="00B0F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i="1" dirty="0">
                <a:solidFill>
                  <a:schemeClr val="tx1"/>
                </a:solidFill>
              </a:rPr>
              <a:t>Outcomes</a:t>
            </a:r>
          </a:p>
        </p:txBody>
      </p:sp>
      <p:sp>
        <p:nvSpPr>
          <p:cNvPr id="13" name="Rectangle 12">
            <a:extLst>
              <a:ext uri="{FF2B5EF4-FFF2-40B4-BE49-F238E27FC236}">
                <a16:creationId xmlns:a16="http://schemas.microsoft.com/office/drawing/2014/main" id="{95694ABE-42F3-E043-93CC-5B76AEB87DC6}"/>
              </a:ext>
            </a:extLst>
          </p:cNvPr>
          <p:cNvSpPr/>
          <p:nvPr/>
        </p:nvSpPr>
        <p:spPr>
          <a:xfrm>
            <a:off x="9349740" y="1499899"/>
            <a:ext cx="2392680" cy="960120"/>
          </a:xfrm>
          <a:prstGeom prst="rect">
            <a:avLst/>
          </a:prstGeom>
          <a:solidFill>
            <a:srgbClr val="FF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i="1" dirty="0">
                <a:solidFill>
                  <a:schemeClr val="tx1"/>
                </a:solidFill>
              </a:rPr>
              <a:t>Impact</a:t>
            </a:r>
          </a:p>
        </p:txBody>
      </p:sp>
      <p:graphicFrame>
        <p:nvGraphicFramePr>
          <p:cNvPr id="14" name="Table 13">
            <a:extLst>
              <a:ext uri="{FF2B5EF4-FFF2-40B4-BE49-F238E27FC236}">
                <a16:creationId xmlns:a16="http://schemas.microsoft.com/office/drawing/2014/main" id="{97127FAF-C8F9-9946-8BD7-D5D4BEDE7E71}"/>
              </a:ext>
            </a:extLst>
          </p:cNvPr>
          <p:cNvGraphicFramePr>
            <a:graphicFrameLocks noGrp="1"/>
          </p:cNvGraphicFramePr>
          <p:nvPr>
            <p:extLst>
              <p:ext uri="{D42A27DB-BD31-4B8C-83A1-F6EECF244321}">
                <p14:modId xmlns:p14="http://schemas.microsoft.com/office/powerpoint/2010/main" val="595046711"/>
              </p:ext>
            </p:extLst>
          </p:nvPr>
        </p:nvGraphicFramePr>
        <p:xfrm>
          <a:off x="312420" y="2460019"/>
          <a:ext cx="11485112" cy="4145280"/>
        </p:xfrm>
        <a:graphic>
          <a:graphicData uri="http://schemas.openxmlformats.org/drawingml/2006/table">
            <a:tbl>
              <a:tblPr firstRow="1" bandRow="1">
                <a:tableStyleId>{93296810-A885-4BE3-A3E7-6D5BEEA58F35}</a:tableStyleId>
              </a:tblPr>
              <a:tblGrid>
                <a:gridCol w="2777339">
                  <a:extLst>
                    <a:ext uri="{9D8B030D-6E8A-4147-A177-3AD203B41FA5}">
                      <a16:colId xmlns:a16="http://schemas.microsoft.com/office/drawing/2014/main" val="4092245848"/>
                    </a:ext>
                  </a:extLst>
                </a:gridCol>
                <a:gridCol w="2965217">
                  <a:extLst>
                    <a:ext uri="{9D8B030D-6E8A-4147-A177-3AD203B41FA5}">
                      <a16:colId xmlns:a16="http://schemas.microsoft.com/office/drawing/2014/main" val="768447951"/>
                    </a:ext>
                  </a:extLst>
                </a:gridCol>
                <a:gridCol w="2871278">
                  <a:extLst>
                    <a:ext uri="{9D8B030D-6E8A-4147-A177-3AD203B41FA5}">
                      <a16:colId xmlns:a16="http://schemas.microsoft.com/office/drawing/2014/main" val="3227175970"/>
                    </a:ext>
                  </a:extLst>
                </a:gridCol>
                <a:gridCol w="2871278">
                  <a:extLst>
                    <a:ext uri="{9D8B030D-6E8A-4147-A177-3AD203B41FA5}">
                      <a16:colId xmlns:a16="http://schemas.microsoft.com/office/drawing/2014/main" val="4057376478"/>
                    </a:ext>
                  </a:extLst>
                </a:gridCol>
              </a:tblGrid>
              <a:tr h="543565">
                <a:tc>
                  <a:txBody>
                    <a:bodyPr/>
                    <a:lstStyle/>
                    <a:p>
                      <a:pPr algn="ctr">
                        <a:spcBef>
                          <a:spcPts val="1200"/>
                        </a:spcBef>
                      </a:pPr>
                      <a:r>
                        <a:rPr lang="en-GB" sz="2000" dirty="0">
                          <a:solidFill>
                            <a:schemeClr val="tx1"/>
                          </a:solidFill>
                        </a:rPr>
                        <a:t>What do you do</a:t>
                      </a:r>
                      <a:br>
                        <a:rPr lang="en-GB" sz="2000" dirty="0">
                          <a:solidFill>
                            <a:schemeClr val="tx1"/>
                          </a:solidFill>
                        </a:rPr>
                      </a:br>
                      <a:r>
                        <a:rPr lang="en-GB" sz="2000" dirty="0">
                          <a:solidFill>
                            <a:schemeClr val="tx1"/>
                          </a:solidFill>
                        </a:rPr>
                        <a:t>to provide goods &amp; services?</a:t>
                      </a:r>
                    </a:p>
                  </a:txBody>
                  <a:tcPr anchor="ctr">
                    <a:noFill/>
                  </a:tcPr>
                </a:tc>
                <a:tc>
                  <a:txBody>
                    <a:bodyPr/>
                    <a:lstStyle/>
                    <a:p>
                      <a:pPr algn="ctr">
                        <a:spcBef>
                          <a:spcPts val="1200"/>
                        </a:spcBef>
                      </a:pPr>
                      <a:r>
                        <a:rPr lang="en-GB" sz="2000" dirty="0">
                          <a:solidFill>
                            <a:schemeClr val="tx1"/>
                          </a:solidFill>
                        </a:rPr>
                        <a:t>What goods &amp; services you provide</a:t>
                      </a:r>
                    </a:p>
                  </a:txBody>
                  <a:tcPr anchor="ctr">
                    <a:noFill/>
                  </a:tcPr>
                </a:tc>
                <a:tc>
                  <a:txBody>
                    <a:bodyPr/>
                    <a:lstStyle/>
                    <a:p>
                      <a:pPr algn="ctr">
                        <a:spcBef>
                          <a:spcPts val="1200"/>
                        </a:spcBef>
                      </a:pPr>
                      <a:r>
                        <a:rPr lang="en-GB" sz="2000" dirty="0">
                          <a:solidFill>
                            <a:schemeClr val="tx1"/>
                          </a:solidFill>
                        </a:rPr>
                        <a:t>What are changes for your beneficiaries?</a:t>
                      </a:r>
                    </a:p>
                  </a:txBody>
                  <a:tcPr anchor="ctr">
                    <a:noFill/>
                  </a:tcPr>
                </a:tc>
                <a:tc>
                  <a:txBody>
                    <a:bodyPr/>
                    <a:lstStyle/>
                    <a:p>
                      <a:pPr marL="285750" indent="-285750" algn="l">
                        <a:spcBef>
                          <a:spcPts val="1200"/>
                        </a:spcBef>
                        <a:buFontTx/>
                        <a:buChar char="-"/>
                      </a:pPr>
                      <a:r>
                        <a:rPr lang="en-GB" sz="2000" dirty="0">
                          <a:solidFill>
                            <a:schemeClr val="tx1"/>
                          </a:solidFill>
                        </a:rPr>
                        <a:t>What’s the change in the world you want to see? </a:t>
                      </a:r>
                    </a:p>
                  </a:txBody>
                  <a:tcPr anchor="ctr">
                    <a:noFill/>
                  </a:tcPr>
                </a:tc>
                <a:extLst>
                  <a:ext uri="{0D108BD9-81ED-4DB2-BD59-A6C34878D82A}">
                    <a16:rowId xmlns:a16="http://schemas.microsoft.com/office/drawing/2014/main" val="1388521654"/>
                  </a:ext>
                </a:extLst>
              </a:tr>
              <a:tr h="2986445">
                <a:tc>
                  <a:txBody>
                    <a:bodyPr/>
                    <a:lstStyle/>
                    <a:p>
                      <a:pPr marL="285750" marR="0" lvl="0" indent="-285750" algn="l" defTabSz="914400" rtl="0" eaLnBrk="1" fontAlgn="auto" latinLnBrk="0" hangingPunct="1">
                        <a:lnSpc>
                          <a:spcPct val="100000"/>
                        </a:lnSpc>
                        <a:spcBef>
                          <a:spcPts val="1200"/>
                        </a:spcBef>
                        <a:spcAft>
                          <a:spcPts val="0"/>
                        </a:spcAft>
                        <a:buClrTx/>
                        <a:buSzTx/>
                        <a:buFontTx/>
                        <a:buChar char="-"/>
                        <a:tabLst/>
                        <a:defRPr/>
                      </a:pPr>
                      <a:r>
                        <a:rPr lang="en-GB" sz="2000" dirty="0">
                          <a:solidFill>
                            <a:schemeClr val="tx1"/>
                          </a:solidFill>
                        </a:rPr>
                        <a:t>Up to 10 post it notes. </a:t>
                      </a:r>
                    </a:p>
                    <a:p>
                      <a:pPr marL="285750" indent="-285750" algn="l">
                        <a:spcBef>
                          <a:spcPts val="1200"/>
                        </a:spcBef>
                        <a:buFontTx/>
                        <a:buChar char="-"/>
                      </a:pPr>
                      <a:endParaRPr lang="en-GB" sz="2000" dirty="0">
                        <a:solidFill>
                          <a:schemeClr val="tx1"/>
                        </a:solidFill>
                      </a:endParaRPr>
                    </a:p>
                  </a:txBody>
                  <a:tcPr>
                    <a:noFill/>
                  </a:tcPr>
                </a:tc>
                <a:tc>
                  <a:txBody>
                    <a:bodyPr/>
                    <a:lstStyle/>
                    <a:p>
                      <a:pPr marL="285750" indent="-285750" algn="l">
                        <a:spcBef>
                          <a:spcPts val="1200"/>
                        </a:spcBef>
                        <a:buFontTx/>
                        <a:buChar char="-"/>
                      </a:pPr>
                      <a:r>
                        <a:rPr lang="en-GB" sz="2000" dirty="0">
                          <a:solidFill>
                            <a:schemeClr val="tx1"/>
                          </a:solidFill>
                        </a:rPr>
                        <a:t>Up to 5 post it notes. </a:t>
                      </a:r>
                    </a:p>
                    <a:p>
                      <a:pPr marL="285750" indent="-285750" algn="l">
                        <a:spcBef>
                          <a:spcPts val="1200"/>
                        </a:spcBef>
                        <a:buFontTx/>
                        <a:buChar char="-"/>
                      </a:pPr>
                      <a:r>
                        <a:rPr lang="en-GB" sz="2000" dirty="0">
                          <a:solidFill>
                            <a:schemeClr val="tx1"/>
                          </a:solidFill>
                        </a:rPr>
                        <a:t>Focus on the goods and services your users access. </a:t>
                      </a:r>
                    </a:p>
                  </a:txBody>
                  <a:tcPr>
                    <a:noFill/>
                  </a:tcPr>
                </a:tc>
                <a:tc>
                  <a:txBody>
                    <a:bodyPr/>
                    <a:lstStyle/>
                    <a:p>
                      <a:pPr marL="285750" indent="-285750" algn="l">
                        <a:spcBef>
                          <a:spcPts val="1200"/>
                        </a:spcBef>
                        <a:buFontTx/>
                        <a:buChar char="-"/>
                      </a:pPr>
                      <a:r>
                        <a:rPr lang="en-GB" sz="2000" dirty="0">
                          <a:solidFill>
                            <a:schemeClr val="tx1"/>
                          </a:solidFill>
                        </a:rPr>
                        <a:t>Up to 3 post it notes:</a:t>
                      </a:r>
                    </a:p>
                    <a:p>
                      <a:pPr marL="285750" indent="-285750" algn="l">
                        <a:spcBef>
                          <a:spcPts val="1200"/>
                        </a:spcBef>
                        <a:buFontTx/>
                        <a:buChar char="-"/>
                      </a:pPr>
                      <a:r>
                        <a:rPr lang="en-GB" sz="2000" dirty="0">
                          <a:solidFill>
                            <a:schemeClr val="tx1"/>
                          </a:solidFill>
                        </a:rPr>
                        <a:t>Focus on the change in </a:t>
                      </a:r>
                      <a:r>
                        <a:rPr lang="en-GB" sz="2000" b="1" dirty="0">
                          <a:solidFill>
                            <a:schemeClr val="tx1"/>
                          </a:solidFill>
                        </a:rPr>
                        <a:t>behaviour, knowledge or attitude</a:t>
                      </a:r>
                      <a:r>
                        <a:rPr lang="en-GB" sz="2000" dirty="0">
                          <a:solidFill>
                            <a:schemeClr val="tx1"/>
                          </a:solidFill>
                        </a:rPr>
                        <a:t> of the user. </a:t>
                      </a:r>
                    </a:p>
                    <a:p>
                      <a:pPr marL="285750" indent="-285750" algn="l">
                        <a:spcBef>
                          <a:spcPts val="1200"/>
                        </a:spcBef>
                        <a:buFontTx/>
                        <a:buChar char="-"/>
                      </a:pPr>
                      <a:r>
                        <a:rPr lang="en-GB" sz="2000" b="1" dirty="0">
                          <a:solidFill>
                            <a:schemeClr val="tx1"/>
                          </a:solidFill>
                        </a:rPr>
                        <a:t>Long-term</a:t>
                      </a:r>
                      <a:r>
                        <a:rPr lang="en-GB" sz="2000" dirty="0">
                          <a:solidFill>
                            <a:schemeClr val="tx1"/>
                          </a:solidFill>
                        </a:rPr>
                        <a:t> outcomes can be changes in social, economic, environmental, physical sphere. </a:t>
                      </a:r>
                    </a:p>
                  </a:txBody>
                  <a:tcPr>
                    <a:noFill/>
                  </a:tcPr>
                </a:tc>
                <a:tc>
                  <a:txBody>
                    <a:bodyPr/>
                    <a:lstStyle/>
                    <a:p>
                      <a:pPr marL="285750" indent="-285750" algn="l">
                        <a:spcBef>
                          <a:spcPts val="1200"/>
                        </a:spcBef>
                        <a:buFontTx/>
                        <a:buChar char="-"/>
                      </a:pPr>
                      <a:r>
                        <a:rPr lang="en-GB" sz="2000" dirty="0">
                          <a:solidFill>
                            <a:schemeClr val="tx1"/>
                          </a:solidFill>
                        </a:rPr>
                        <a:t>Preferably 1 (up to 2) post it notes. </a:t>
                      </a:r>
                    </a:p>
                    <a:p>
                      <a:pPr marL="285750" indent="-285750" algn="l">
                        <a:spcBef>
                          <a:spcPts val="1200"/>
                        </a:spcBef>
                        <a:buFontTx/>
                        <a:buChar char="-"/>
                      </a:pPr>
                      <a:r>
                        <a:rPr lang="en-GB" sz="2000" dirty="0">
                          <a:solidFill>
                            <a:schemeClr val="tx1"/>
                          </a:solidFill>
                        </a:rPr>
                        <a:t>Think about the big picture. </a:t>
                      </a:r>
                    </a:p>
                  </a:txBody>
                  <a:tcPr>
                    <a:noFill/>
                  </a:tcPr>
                </a:tc>
                <a:extLst>
                  <a:ext uri="{0D108BD9-81ED-4DB2-BD59-A6C34878D82A}">
                    <a16:rowId xmlns:a16="http://schemas.microsoft.com/office/drawing/2014/main" val="1150757948"/>
                  </a:ext>
                </a:extLst>
              </a:tr>
            </a:tbl>
          </a:graphicData>
        </a:graphic>
      </p:graphicFrame>
      <p:sp>
        <p:nvSpPr>
          <p:cNvPr id="7" name="Title 1">
            <a:extLst>
              <a:ext uri="{FF2B5EF4-FFF2-40B4-BE49-F238E27FC236}">
                <a16:creationId xmlns:a16="http://schemas.microsoft.com/office/drawing/2014/main" id="{AD5492FC-30D4-0A42-8E1A-52B4564860BB}"/>
              </a:ext>
            </a:extLst>
          </p:cNvPr>
          <p:cNvSpPr>
            <a:spLocks noGrp="1"/>
          </p:cNvSpPr>
          <p:nvPr>
            <p:ph type="title"/>
          </p:nvPr>
        </p:nvSpPr>
        <p:spPr>
          <a:xfrm>
            <a:off x="437304" y="354368"/>
            <a:ext cx="10515600" cy="1325563"/>
          </a:xfrm>
        </p:spPr>
        <p:txBody>
          <a:bodyPr/>
          <a:lstStyle/>
          <a:p>
            <a:r>
              <a:rPr lang="en-GB" dirty="0"/>
              <a:t>Impact Framework: Theory of Change</a:t>
            </a:r>
          </a:p>
        </p:txBody>
      </p:sp>
    </p:spTree>
    <p:extLst>
      <p:ext uri="{BB962C8B-B14F-4D97-AF65-F5344CB8AC3E}">
        <p14:creationId xmlns:p14="http://schemas.microsoft.com/office/powerpoint/2010/main" val="3948281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615A06-857D-4E20-A326-F69B5376D618}"/>
              </a:ext>
            </a:extLst>
          </p:cNvPr>
          <p:cNvSpPr>
            <a:spLocks noGrp="1"/>
          </p:cNvSpPr>
          <p:nvPr>
            <p:ph type="body" sz="quarter" idx="10"/>
          </p:nvPr>
        </p:nvSpPr>
        <p:spPr/>
        <p:txBody>
          <a:bodyPr>
            <a:normAutofit fontScale="92500" lnSpcReduction="10000"/>
          </a:bodyPr>
          <a:lstStyle/>
          <a:p>
            <a:r>
              <a:rPr lang="en-GB" b="1" dirty="0"/>
              <a:t>Measuring Impact</a:t>
            </a:r>
            <a:endParaRPr lang="en-GB" dirty="0"/>
          </a:p>
        </p:txBody>
      </p:sp>
    </p:spTree>
    <p:extLst>
      <p:ext uri="{BB962C8B-B14F-4D97-AF65-F5344CB8AC3E}">
        <p14:creationId xmlns:p14="http://schemas.microsoft.com/office/powerpoint/2010/main" val="30748105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90A64-6203-0E49-B4C7-00ADEEDF3E2A}"/>
              </a:ext>
            </a:extLst>
          </p:cNvPr>
          <p:cNvSpPr>
            <a:spLocks noGrp="1"/>
          </p:cNvSpPr>
          <p:nvPr>
            <p:ph type="title"/>
          </p:nvPr>
        </p:nvSpPr>
        <p:spPr/>
        <p:txBody>
          <a:bodyPr/>
          <a:lstStyle/>
          <a:p>
            <a:r>
              <a:rPr lang="en-GB" dirty="0"/>
              <a:t>What Do We Want to Measure and what is important to you to measure?</a:t>
            </a:r>
          </a:p>
        </p:txBody>
      </p:sp>
      <p:grpSp>
        <p:nvGrpSpPr>
          <p:cNvPr id="4" name="Group 3">
            <a:extLst>
              <a:ext uri="{FF2B5EF4-FFF2-40B4-BE49-F238E27FC236}">
                <a16:creationId xmlns:a16="http://schemas.microsoft.com/office/drawing/2014/main" id="{AAFD724B-86CB-A642-B51F-CF7F9C5A8731}"/>
              </a:ext>
            </a:extLst>
          </p:cNvPr>
          <p:cNvGrpSpPr/>
          <p:nvPr/>
        </p:nvGrpSpPr>
        <p:grpSpPr>
          <a:xfrm>
            <a:off x="2522945" y="1666861"/>
            <a:ext cx="6172974" cy="4684405"/>
            <a:chOff x="-688988" y="-7938"/>
            <a:chExt cx="4076922" cy="2844900"/>
          </a:xfrm>
        </p:grpSpPr>
        <p:graphicFrame>
          <p:nvGraphicFramePr>
            <p:cNvPr id="5" name="Diagram 4">
              <a:extLst>
                <a:ext uri="{FF2B5EF4-FFF2-40B4-BE49-F238E27FC236}">
                  <a16:creationId xmlns:a16="http://schemas.microsoft.com/office/drawing/2014/main" id="{CC48C0A4-0CC9-9648-B450-EF2685BCD396}"/>
                </a:ext>
              </a:extLst>
            </p:cNvPr>
            <p:cNvGraphicFramePr/>
            <p:nvPr>
              <p:extLst>
                <p:ext uri="{D42A27DB-BD31-4B8C-83A1-F6EECF244321}">
                  <p14:modId xmlns:p14="http://schemas.microsoft.com/office/powerpoint/2010/main" val="953443599"/>
                </p:ext>
              </p:extLst>
            </p:nvPr>
          </p:nvGraphicFramePr>
          <p:xfrm>
            <a:off x="185229" y="133470"/>
            <a:ext cx="2970530" cy="26422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 Box 12">
              <a:extLst>
                <a:ext uri="{FF2B5EF4-FFF2-40B4-BE49-F238E27FC236}">
                  <a16:creationId xmlns:a16="http://schemas.microsoft.com/office/drawing/2014/main" id="{E8E5202A-96B1-224C-ACBB-BA30FA6F7C25}"/>
                </a:ext>
              </a:extLst>
            </p:cNvPr>
            <p:cNvSpPr txBox="1"/>
            <p:nvPr/>
          </p:nvSpPr>
          <p:spPr>
            <a:xfrm>
              <a:off x="2342880" y="517585"/>
              <a:ext cx="1045054" cy="682389"/>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r">
                <a:spcAft>
                  <a:spcPts val="600"/>
                </a:spcAft>
              </a:pPr>
              <a:r>
                <a:rPr lang="en-GB" sz="2000" b="1" dirty="0">
                  <a:solidFill>
                    <a:srgbClr val="636363"/>
                  </a:solidFill>
                  <a:effectLst/>
                  <a:latin typeface="Calibri Light" panose="020F0302020204030204" pitchFamily="34" charset="0"/>
                  <a:ea typeface="MS Mincho" panose="02020609040205080304" pitchFamily="49" charset="-128"/>
                  <a:cs typeface="Calibri Light" panose="020F0302020204030204" pitchFamily="34" charset="0"/>
                </a:rPr>
                <a:t>Your Change</a:t>
              </a:r>
              <a:endParaRPr lang="en-GB" sz="2000" b="1" dirty="0">
                <a:effectLst/>
                <a:latin typeface="Calibri Light" panose="020F0302020204030204" pitchFamily="34" charset="0"/>
                <a:ea typeface="MS Mincho" panose="02020609040205080304" pitchFamily="49" charset="-128"/>
                <a:cs typeface="Calibri Light" panose="020F0302020204030204" pitchFamily="34" charset="0"/>
              </a:endParaRPr>
            </a:p>
          </p:txBody>
        </p:sp>
        <p:sp>
          <p:nvSpPr>
            <p:cNvPr id="7" name="Text Box 13">
              <a:extLst>
                <a:ext uri="{FF2B5EF4-FFF2-40B4-BE49-F238E27FC236}">
                  <a16:creationId xmlns:a16="http://schemas.microsoft.com/office/drawing/2014/main" id="{D65F7AC0-77CF-704B-AE0C-3D5AE7BC824A}"/>
                </a:ext>
              </a:extLst>
            </p:cNvPr>
            <p:cNvSpPr txBox="1"/>
            <p:nvPr/>
          </p:nvSpPr>
          <p:spPr>
            <a:xfrm>
              <a:off x="-688988" y="1808326"/>
              <a:ext cx="901700" cy="6000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600"/>
                </a:spcAft>
              </a:pPr>
              <a:r>
                <a:rPr lang="en-GB" sz="2000" b="1" dirty="0">
                  <a:solidFill>
                    <a:srgbClr val="636363"/>
                  </a:solidFill>
                  <a:effectLst/>
                  <a:latin typeface="Calibri Light" panose="020F0302020204030204" pitchFamily="34" charset="0"/>
                  <a:ea typeface="MS Mincho" panose="02020609040205080304" pitchFamily="49" charset="-128"/>
                  <a:cs typeface="Calibri Light" panose="020F0302020204030204" pitchFamily="34" charset="0"/>
                </a:rPr>
                <a:t>Your Work</a:t>
              </a:r>
              <a:endParaRPr lang="en-GB" sz="2000" b="1" dirty="0">
                <a:effectLst/>
                <a:latin typeface="Calibri Light" panose="020F0302020204030204" pitchFamily="34" charset="0"/>
                <a:ea typeface="MS Mincho" panose="02020609040205080304" pitchFamily="49" charset="-128"/>
                <a:cs typeface="Calibri Light" panose="020F0302020204030204" pitchFamily="34" charset="0"/>
              </a:endParaRPr>
            </a:p>
          </p:txBody>
        </p:sp>
        <p:sp>
          <p:nvSpPr>
            <p:cNvPr id="8" name="Right Bracket 7">
              <a:extLst>
                <a:ext uri="{FF2B5EF4-FFF2-40B4-BE49-F238E27FC236}">
                  <a16:creationId xmlns:a16="http://schemas.microsoft.com/office/drawing/2014/main" id="{510F9CA7-706F-B64D-9447-748505290E2D}"/>
                </a:ext>
              </a:extLst>
            </p:cNvPr>
            <p:cNvSpPr/>
            <p:nvPr/>
          </p:nvSpPr>
          <p:spPr>
            <a:xfrm rot="19844737">
              <a:off x="2062358" y="-7938"/>
              <a:ext cx="163195" cy="1475933"/>
            </a:xfrm>
            <a:prstGeom prst="rightBracket">
              <a:avLst>
                <a:gd name="adj" fmla="val 109167"/>
              </a:avLst>
            </a:prstGeom>
            <a:ln w="25400"/>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9" name="Right Bracket 8">
              <a:extLst>
                <a:ext uri="{FF2B5EF4-FFF2-40B4-BE49-F238E27FC236}">
                  <a16:creationId xmlns:a16="http://schemas.microsoft.com/office/drawing/2014/main" id="{AA23376C-8C9D-934D-B9C9-22DC286879BF}"/>
                </a:ext>
              </a:extLst>
            </p:cNvPr>
            <p:cNvSpPr/>
            <p:nvPr/>
          </p:nvSpPr>
          <p:spPr>
            <a:xfrm rot="12592075">
              <a:off x="344340" y="1351941"/>
              <a:ext cx="163195" cy="1485021"/>
            </a:xfrm>
            <a:prstGeom prst="rightBracket">
              <a:avLst>
                <a:gd name="adj" fmla="val 109167"/>
              </a:avLst>
            </a:prstGeom>
            <a:ln w="25400"/>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0" name="Text Box 34">
              <a:extLst>
                <a:ext uri="{FF2B5EF4-FFF2-40B4-BE49-F238E27FC236}">
                  <a16:creationId xmlns:a16="http://schemas.microsoft.com/office/drawing/2014/main" id="{16749DD1-4578-674B-818C-923FEAD8102A}"/>
                </a:ext>
              </a:extLst>
            </p:cNvPr>
            <p:cNvSpPr txBox="1"/>
            <p:nvPr/>
          </p:nvSpPr>
          <p:spPr>
            <a:xfrm>
              <a:off x="1397113" y="517585"/>
              <a:ext cx="901700" cy="682389"/>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600"/>
                </a:spcAft>
              </a:pPr>
              <a:r>
                <a:rPr lang="en-GB" b="1" dirty="0">
                  <a:solidFill>
                    <a:schemeClr val="bg1"/>
                  </a:solidFill>
                  <a:effectLst/>
                  <a:latin typeface="Calibri Light" panose="020F0302020204030204" pitchFamily="34" charset="0"/>
                  <a:ea typeface="MS Mincho" panose="02020609040205080304" pitchFamily="49" charset="-128"/>
                  <a:cs typeface="Calibri Light" panose="020F0302020204030204" pitchFamily="34" charset="0"/>
                </a:rPr>
                <a:t>Impact</a:t>
              </a:r>
              <a:endParaRPr lang="en-GB" dirty="0">
                <a:solidFill>
                  <a:schemeClr val="bg1"/>
                </a:solidFill>
                <a:effectLst/>
                <a:latin typeface="Calibri Light" panose="020F0302020204030204" pitchFamily="34" charset="0"/>
                <a:ea typeface="MS Mincho" panose="02020609040205080304" pitchFamily="49" charset="-128"/>
                <a:cs typeface="Calibri Light" panose="020F0302020204030204" pitchFamily="34" charset="0"/>
              </a:endParaRPr>
            </a:p>
          </p:txBody>
        </p:sp>
      </p:grpSp>
      <p:sp>
        <p:nvSpPr>
          <p:cNvPr id="11" name="TextBox 10">
            <a:extLst>
              <a:ext uri="{FF2B5EF4-FFF2-40B4-BE49-F238E27FC236}">
                <a16:creationId xmlns:a16="http://schemas.microsoft.com/office/drawing/2014/main" id="{3B0D6D78-C0DF-0C47-AB3E-CC308B7CF63D}"/>
              </a:ext>
            </a:extLst>
          </p:cNvPr>
          <p:cNvSpPr txBox="1"/>
          <p:nvPr/>
        </p:nvSpPr>
        <p:spPr>
          <a:xfrm>
            <a:off x="2522945" y="5013216"/>
            <a:ext cx="2329543" cy="1015663"/>
          </a:xfrm>
          <a:prstGeom prst="rect">
            <a:avLst/>
          </a:prstGeom>
          <a:noFill/>
        </p:spPr>
        <p:txBody>
          <a:bodyPr wrap="square" rtlCol="0">
            <a:spAutoFit/>
          </a:bodyPr>
          <a:lstStyle/>
          <a:p>
            <a:pPr marL="285750" indent="-285750">
              <a:buFontTx/>
              <a:buChar char="-"/>
            </a:pPr>
            <a:r>
              <a:rPr lang="en-GB" sz="2000" dirty="0"/>
              <a:t>Intensity</a:t>
            </a:r>
          </a:p>
          <a:p>
            <a:pPr marL="285750" indent="-285750">
              <a:buFontTx/>
              <a:buChar char="-"/>
            </a:pPr>
            <a:r>
              <a:rPr lang="en-GB" sz="2000" dirty="0"/>
              <a:t>Delivery</a:t>
            </a:r>
          </a:p>
          <a:p>
            <a:endParaRPr lang="en-GB" sz="2000" dirty="0"/>
          </a:p>
        </p:txBody>
      </p:sp>
      <p:sp>
        <p:nvSpPr>
          <p:cNvPr id="12" name="TextBox 11">
            <a:extLst>
              <a:ext uri="{FF2B5EF4-FFF2-40B4-BE49-F238E27FC236}">
                <a16:creationId xmlns:a16="http://schemas.microsoft.com/office/drawing/2014/main" id="{44BAC722-76A2-0844-9C0D-6B892857A3FF}"/>
              </a:ext>
            </a:extLst>
          </p:cNvPr>
          <p:cNvSpPr txBox="1"/>
          <p:nvPr/>
        </p:nvSpPr>
        <p:spPr>
          <a:xfrm>
            <a:off x="7294792" y="2857550"/>
            <a:ext cx="2329543" cy="1015663"/>
          </a:xfrm>
          <a:prstGeom prst="rect">
            <a:avLst/>
          </a:prstGeom>
          <a:noFill/>
        </p:spPr>
        <p:txBody>
          <a:bodyPr wrap="square" rtlCol="0">
            <a:spAutoFit/>
          </a:bodyPr>
          <a:lstStyle/>
          <a:p>
            <a:pPr marL="285750" indent="-285750">
              <a:buFontTx/>
              <a:buChar char="-"/>
            </a:pPr>
            <a:r>
              <a:rPr lang="en-GB" sz="2000" dirty="0"/>
              <a:t>Depth</a:t>
            </a:r>
          </a:p>
          <a:p>
            <a:pPr marL="285750" indent="-285750">
              <a:buFontTx/>
              <a:buChar char="-"/>
            </a:pPr>
            <a:r>
              <a:rPr lang="en-GB" sz="2000" dirty="0"/>
              <a:t>Breadth</a:t>
            </a:r>
          </a:p>
          <a:p>
            <a:endParaRPr lang="en-GB" sz="2000" dirty="0"/>
          </a:p>
        </p:txBody>
      </p:sp>
    </p:spTree>
    <p:extLst>
      <p:ext uri="{BB962C8B-B14F-4D97-AF65-F5344CB8AC3E}">
        <p14:creationId xmlns:p14="http://schemas.microsoft.com/office/powerpoint/2010/main" val="12954932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CB6F7-5796-734E-86DE-6176D1ADD7DD}"/>
              </a:ext>
            </a:extLst>
          </p:cNvPr>
          <p:cNvSpPr>
            <a:spLocks noGrp="1"/>
          </p:cNvSpPr>
          <p:nvPr>
            <p:ph type="title"/>
          </p:nvPr>
        </p:nvSpPr>
        <p:spPr/>
        <p:txBody>
          <a:bodyPr/>
          <a:lstStyle/>
          <a:p>
            <a:r>
              <a:rPr lang="en-GB" dirty="0"/>
              <a:t>How Can We Measure?</a:t>
            </a:r>
          </a:p>
        </p:txBody>
      </p:sp>
      <p:pic>
        <p:nvPicPr>
          <p:cNvPr id="4" name="Picture 3">
            <a:extLst>
              <a:ext uri="{FF2B5EF4-FFF2-40B4-BE49-F238E27FC236}">
                <a16:creationId xmlns:a16="http://schemas.microsoft.com/office/drawing/2014/main" id="{DAE3F44E-7857-8E4D-978D-3C8E47D637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98258" y="3389374"/>
            <a:ext cx="1245843" cy="1010684"/>
          </a:xfrm>
          <a:prstGeom prst="rect">
            <a:avLst/>
          </a:prstGeom>
        </p:spPr>
      </p:pic>
      <p:pic>
        <p:nvPicPr>
          <p:cNvPr id="5" name="Picture 4">
            <a:extLst>
              <a:ext uri="{FF2B5EF4-FFF2-40B4-BE49-F238E27FC236}">
                <a16:creationId xmlns:a16="http://schemas.microsoft.com/office/drawing/2014/main" id="{053C324B-8E86-3547-A146-1524537E69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3315845"/>
            <a:ext cx="1929641" cy="1084213"/>
          </a:xfrm>
          <a:prstGeom prst="rect">
            <a:avLst/>
          </a:prstGeom>
        </p:spPr>
      </p:pic>
      <p:sp>
        <p:nvSpPr>
          <p:cNvPr id="6" name="TextBox 5">
            <a:extLst>
              <a:ext uri="{FF2B5EF4-FFF2-40B4-BE49-F238E27FC236}">
                <a16:creationId xmlns:a16="http://schemas.microsoft.com/office/drawing/2014/main" id="{F50B1BAB-CCFD-0B42-8EC2-009A60DB1417}"/>
              </a:ext>
            </a:extLst>
          </p:cNvPr>
          <p:cNvSpPr txBox="1"/>
          <p:nvPr/>
        </p:nvSpPr>
        <p:spPr>
          <a:xfrm>
            <a:off x="3946358" y="4795026"/>
            <a:ext cx="214964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solidFill>
                <a:effectLst/>
                <a:uLnTx/>
                <a:uFillTx/>
                <a:latin typeface="Gotham Book"/>
                <a:ea typeface="+mn-ea"/>
                <a:cs typeface="+mn-cs"/>
              </a:rPr>
              <a:t>Diaries</a:t>
            </a:r>
          </a:p>
        </p:txBody>
      </p:sp>
      <p:sp>
        <p:nvSpPr>
          <p:cNvPr id="7" name="TextBox 6">
            <a:extLst>
              <a:ext uri="{FF2B5EF4-FFF2-40B4-BE49-F238E27FC236}">
                <a16:creationId xmlns:a16="http://schemas.microsoft.com/office/drawing/2014/main" id="{71CC4A65-F4CE-D14F-8B67-28A8C95AD0B3}"/>
              </a:ext>
            </a:extLst>
          </p:cNvPr>
          <p:cNvSpPr txBox="1"/>
          <p:nvPr/>
        </p:nvSpPr>
        <p:spPr>
          <a:xfrm>
            <a:off x="5985999" y="4795026"/>
            <a:ext cx="2149642"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solidFill>
                <a:effectLst/>
                <a:uLnTx/>
                <a:uFillTx/>
                <a:latin typeface="Gotham Book"/>
                <a:ea typeface="+mn-ea"/>
                <a:cs typeface="+mn-cs"/>
              </a:rPr>
              <a:t>Beneficiary photography</a:t>
            </a:r>
          </a:p>
        </p:txBody>
      </p:sp>
      <p:pic>
        <p:nvPicPr>
          <p:cNvPr id="8" name="Picture 7">
            <a:extLst>
              <a:ext uri="{FF2B5EF4-FFF2-40B4-BE49-F238E27FC236}">
                <a16:creationId xmlns:a16="http://schemas.microsoft.com/office/drawing/2014/main" id="{7E02B114-1077-2548-91A9-03523FA713B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04237" y="2583608"/>
            <a:ext cx="1342090" cy="2016802"/>
          </a:xfrm>
          <a:prstGeom prst="rect">
            <a:avLst/>
          </a:prstGeom>
        </p:spPr>
      </p:pic>
      <p:sp>
        <p:nvSpPr>
          <p:cNvPr id="9" name="TextBox 8">
            <a:extLst>
              <a:ext uri="{FF2B5EF4-FFF2-40B4-BE49-F238E27FC236}">
                <a16:creationId xmlns:a16="http://schemas.microsoft.com/office/drawing/2014/main" id="{7F0995F1-14B5-1C46-8690-53C4406CE1FD}"/>
              </a:ext>
            </a:extLst>
          </p:cNvPr>
          <p:cNvSpPr txBox="1"/>
          <p:nvPr/>
        </p:nvSpPr>
        <p:spPr>
          <a:xfrm>
            <a:off x="9100461" y="4795026"/>
            <a:ext cx="214964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solidFill>
                <a:effectLst/>
                <a:uLnTx/>
                <a:uFillTx/>
                <a:latin typeface="Gotham Book"/>
                <a:ea typeface="+mn-ea"/>
                <a:cs typeface="+mn-cs"/>
              </a:rPr>
              <a:t>Public data</a:t>
            </a:r>
          </a:p>
        </p:txBody>
      </p:sp>
      <p:pic>
        <p:nvPicPr>
          <p:cNvPr id="10" name="Picture 9">
            <a:extLst>
              <a:ext uri="{FF2B5EF4-FFF2-40B4-BE49-F238E27FC236}">
                <a16:creationId xmlns:a16="http://schemas.microsoft.com/office/drawing/2014/main" id="{3EA03E43-9C83-BC44-87EC-35BB4256FA9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58367" y="2911291"/>
            <a:ext cx="1818789" cy="1488767"/>
          </a:xfrm>
          <a:prstGeom prst="rect">
            <a:avLst/>
          </a:prstGeom>
        </p:spPr>
      </p:pic>
      <p:sp>
        <p:nvSpPr>
          <p:cNvPr id="11" name="TextBox 10">
            <a:extLst>
              <a:ext uri="{FF2B5EF4-FFF2-40B4-BE49-F238E27FC236}">
                <a16:creationId xmlns:a16="http://schemas.microsoft.com/office/drawing/2014/main" id="{F75458B4-6E37-054D-8EE6-9C494E15EB0C}"/>
              </a:ext>
            </a:extLst>
          </p:cNvPr>
          <p:cNvSpPr txBox="1"/>
          <p:nvPr/>
        </p:nvSpPr>
        <p:spPr>
          <a:xfrm>
            <a:off x="1258042" y="4795026"/>
            <a:ext cx="214964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solidFill>
                <a:effectLst/>
                <a:uLnTx/>
                <a:uFillTx/>
                <a:latin typeface="Gotham Book"/>
                <a:ea typeface="+mn-ea"/>
                <a:cs typeface="+mn-cs"/>
              </a:rPr>
              <a:t>Forms, surveys</a:t>
            </a:r>
          </a:p>
        </p:txBody>
      </p:sp>
      <p:sp>
        <p:nvSpPr>
          <p:cNvPr id="14" name="Rounded Rectangle 13">
            <a:extLst>
              <a:ext uri="{FF2B5EF4-FFF2-40B4-BE49-F238E27FC236}">
                <a16:creationId xmlns:a16="http://schemas.microsoft.com/office/drawing/2014/main" id="{3C98F824-4373-A14D-AD4C-1F791D88D882}"/>
              </a:ext>
            </a:extLst>
          </p:cNvPr>
          <p:cNvSpPr/>
          <p:nvPr/>
        </p:nvSpPr>
        <p:spPr>
          <a:xfrm>
            <a:off x="868680" y="1935480"/>
            <a:ext cx="3077678" cy="64812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t>Quantitative</a:t>
            </a:r>
          </a:p>
        </p:txBody>
      </p:sp>
      <p:sp>
        <p:nvSpPr>
          <p:cNvPr id="15" name="Rounded Rectangle 14">
            <a:extLst>
              <a:ext uri="{FF2B5EF4-FFF2-40B4-BE49-F238E27FC236}">
                <a16:creationId xmlns:a16="http://schemas.microsoft.com/office/drawing/2014/main" id="{1B9FFB2A-D986-0743-B942-6980B4F657DC}"/>
              </a:ext>
            </a:extLst>
          </p:cNvPr>
          <p:cNvSpPr/>
          <p:nvPr/>
        </p:nvSpPr>
        <p:spPr>
          <a:xfrm>
            <a:off x="4728816" y="1959601"/>
            <a:ext cx="3077678" cy="64812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a:t>Qualitative</a:t>
            </a:r>
          </a:p>
        </p:txBody>
      </p:sp>
      <p:sp>
        <p:nvSpPr>
          <p:cNvPr id="16" name="Rounded Rectangle 15">
            <a:extLst>
              <a:ext uri="{FF2B5EF4-FFF2-40B4-BE49-F238E27FC236}">
                <a16:creationId xmlns:a16="http://schemas.microsoft.com/office/drawing/2014/main" id="{C30BCBB3-83D7-2641-99C8-6E3E9D164E4E}"/>
              </a:ext>
            </a:extLst>
          </p:cNvPr>
          <p:cNvSpPr/>
          <p:nvPr/>
        </p:nvSpPr>
        <p:spPr>
          <a:xfrm>
            <a:off x="8588952" y="1959601"/>
            <a:ext cx="3077678" cy="64812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dirty="0"/>
              <a:t>Secondary</a:t>
            </a:r>
          </a:p>
        </p:txBody>
      </p:sp>
    </p:spTree>
    <p:extLst>
      <p:ext uri="{BB962C8B-B14F-4D97-AF65-F5344CB8AC3E}">
        <p14:creationId xmlns:p14="http://schemas.microsoft.com/office/powerpoint/2010/main" val="4162402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8A6E9-BE11-4351-BD13-AAD090759DF9}"/>
              </a:ext>
            </a:extLst>
          </p:cNvPr>
          <p:cNvSpPr>
            <a:spLocks noGrp="1"/>
          </p:cNvSpPr>
          <p:nvPr>
            <p:ph type="title"/>
          </p:nvPr>
        </p:nvSpPr>
        <p:spPr>
          <a:xfrm>
            <a:off x="437304" y="354368"/>
            <a:ext cx="11372260" cy="1325563"/>
          </a:xfrm>
        </p:spPr>
        <p:txBody>
          <a:bodyPr>
            <a:normAutofit/>
          </a:bodyPr>
          <a:lstStyle/>
          <a:p>
            <a:r>
              <a:rPr lang="en-GB" dirty="0"/>
              <a:t>Data Collection &amp; Analysis: It’s all about planning  </a:t>
            </a:r>
          </a:p>
        </p:txBody>
      </p:sp>
      <p:sp>
        <p:nvSpPr>
          <p:cNvPr id="6" name="Rectangle: Rounded Corners 5">
            <a:extLst>
              <a:ext uri="{FF2B5EF4-FFF2-40B4-BE49-F238E27FC236}">
                <a16:creationId xmlns:a16="http://schemas.microsoft.com/office/drawing/2014/main" id="{980D6EE2-F645-4AEB-A90D-4D2FF716A42F}"/>
              </a:ext>
            </a:extLst>
          </p:cNvPr>
          <p:cNvSpPr/>
          <p:nvPr/>
        </p:nvSpPr>
        <p:spPr>
          <a:xfrm>
            <a:off x="390778" y="4681176"/>
            <a:ext cx="5907152" cy="162024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Gotham Book"/>
                <a:ea typeface="+mn-ea"/>
                <a:cs typeface="+mn-cs"/>
              </a:rPr>
              <a:t>The </a:t>
            </a:r>
            <a:r>
              <a:rPr kumimoji="0" lang="en-GB" sz="1800" b="0" i="0" u="none" strike="noStrike" kern="1200" cap="none" spc="0" normalizeH="0" baseline="0" noProof="0" dirty="0" err="1">
                <a:ln>
                  <a:noFill/>
                </a:ln>
                <a:solidFill>
                  <a:prstClr val="white"/>
                </a:solidFill>
                <a:effectLst/>
                <a:uLnTx/>
                <a:uFillTx/>
                <a:latin typeface="Gotham Book"/>
                <a:ea typeface="+mn-ea"/>
                <a:cs typeface="+mn-cs"/>
              </a:rPr>
              <a:t>UnLtd</a:t>
            </a:r>
            <a:r>
              <a:rPr kumimoji="0" lang="en-GB" sz="1800" b="0" i="0" u="none" strike="noStrike" kern="1200" cap="none" spc="0" normalizeH="0" baseline="0" noProof="0" dirty="0">
                <a:ln>
                  <a:noFill/>
                </a:ln>
                <a:solidFill>
                  <a:prstClr val="white"/>
                </a:solidFill>
                <a:effectLst/>
                <a:uLnTx/>
                <a:uFillTx/>
                <a:latin typeface="Gotham Book"/>
                <a:ea typeface="+mn-ea"/>
                <a:cs typeface="+mn-cs"/>
              </a:rPr>
              <a:t> Data Collection Planning Tool gives a step by step exercise of how to plan your data collection activities and to think about your analysis. </a:t>
            </a:r>
          </a:p>
        </p:txBody>
      </p:sp>
      <p:pic>
        <p:nvPicPr>
          <p:cNvPr id="10" name="Picture 9">
            <a:extLst>
              <a:ext uri="{FF2B5EF4-FFF2-40B4-BE49-F238E27FC236}">
                <a16:creationId xmlns:a16="http://schemas.microsoft.com/office/drawing/2014/main" id="{6569EAD6-93A8-4F39-80A0-CDDF7CA39591}"/>
              </a:ext>
            </a:extLst>
          </p:cNvPr>
          <p:cNvPicPr>
            <a:picLocks noChangeAspect="1"/>
          </p:cNvPicPr>
          <p:nvPr/>
        </p:nvPicPr>
        <p:blipFill>
          <a:blip r:embed="rId3"/>
          <a:stretch>
            <a:fillRect/>
          </a:stretch>
        </p:blipFill>
        <p:spPr>
          <a:xfrm>
            <a:off x="382435" y="2011129"/>
            <a:ext cx="11427129" cy="2521172"/>
          </a:xfrm>
          <a:prstGeom prst="rect">
            <a:avLst/>
          </a:prstGeom>
        </p:spPr>
      </p:pic>
    </p:spTree>
    <p:extLst>
      <p:ext uri="{BB962C8B-B14F-4D97-AF65-F5344CB8AC3E}">
        <p14:creationId xmlns:p14="http://schemas.microsoft.com/office/powerpoint/2010/main" val="1173296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D10DC-E87A-434B-8FCC-FAF2D8AA4F99}"/>
              </a:ext>
            </a:extLst>
          </p:cNvPr>
          <p:cNvSpPr>
            <a:spLocks noGrp="1"/>
          </p:cNvSpPr>
          <p:nvPr>
            <p:ph type="title"/>
          </p:nvPr>
        </p:nvSpPr>
        <p:spPr/>
        <p:txBody>
          <a:bodyPr/>
          <a:lstStyle/>
          <a:p>
            <a:r>
              <a:rPr lang="en-GB" dirty="0"/>
              <a:t>Summary</a:t>
            </a:r>
          </a:p>
        </p:txBody>
      </p:sp>
      <p:sp>
        <p:nvSpPr>
          <p:cNvPr id="3" name="Content Placeholder 2">
            <a:extLst>
              <a:ext uri="{FF2B5EF4-FFF2-40B4-BE49-F238E27FC236}">
                <a16:creationId xmlns:a16="http://schemas.microsoft.com/office/drawing/2014/main" id="{1174297E-25B7-4441-9A04-3E8D0A0F5032}"/>
              </a:ext>
            </a:extLst>
          </p:cNvPr>
          <p:cNvSpPr>
            <a:spLocks noGrp="1"/>
          </p:cNvSpPr>
          <p:nvPr>
            <p:ph sz="quarter" idx="10"/>
          </p:nvPr>
        </p:nvSpPr>
        <p:spPr/>
        <p:txBody>
          <a:bodyPr>
            <a:normAutofit/>
          </a:bodyPr>
          <a:lstStyle/>
          <a:p>
            <a:pPr marL="539750" indent="-519113"/>
            <a:r>
              <a:rPr lang="en-GB" dirty="0"/>
              <a:t>Overview of how to develop your own impact frame work, devise KPIs and data collection plan</a:t>
            </a:r>
          </a:p>
          <a:p>
            <a:pPr marL="539750" indent="-519113"/>
            <a:r>
              <a:rPr lang="en-GB" dirty="0"/>
              <a:t>It’s all about learning and iterating</a:t>
            </a:r>
          </a:p>
          <a:p>
            <a:pPr marL="539750" indent="-519113"/>
            <a:r>
              <a:rPr lang="en-GB" dirty="0"/>
              <a:t>Collaboration and feedback</a:t>
            </a:r>
          </a:p>
        </p:txBody>
      </p:sp>
    </p:spTree>
    <p:extLst>
      <p:ext uri="{BB962C8B-B14F-4D97-AF65-F5344CB8AC3E}">
        <p14:creationId xmlns:p14="http://schemas.microsoft.com/office/powerpoint/2010/main" val="11414190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06EF889-D5C3-B04D-9439-D15F99BCA9FA}"/>
              </a:ext>
            </a:extLst>
          </p:cNvPr>
          <p:cNvSpPr>
            <a:spLocks noGrp="1"/>
          </p:cNvSpPr>
          <p:nvPr>
            <p:ph type="body" sz="quarter" idx="13"/>
          </p:nvPr>
        </p:nvSpPr>
        <p:spPr/>
        <p:txBody>
          <a:bodyPr>
            <a:normAutofit fontScale="85000" lnSpcReduction="20000"/>
          </a:bodyPr>
          <a:lstStyle/>
          <a:p>
            <a:r>
              <a:rPr lang="en-GB" dirty="0"/>
              <a:t>Exercise: Selecting </a:t>
            </a:r>
            <a:br>
              <a:rPr lang="en-GB" dirty="0"/>
            </a:br>
            <a:r>
              <a:rPr lang="en-GB" dirty="0"/>
              <a:t>Key Measurement Tools</a:t>
            </a:r>
          </a:p>
          <a:p>
            <a:r>
              <a:rPr lang="en-GB" dirty="0"/>
              <a:t>15 mins – look at your outcomes and think about what KPI targets you would set for each of the post it notes.</a:t>
            </a:r>
          </a:p>
        </p:txBody>
      </p:sp>
    </p:spTree>
    <p:extLst>
      <p:ext uri="{BB962C8B-B14F-4D97-AF65-F5344CB8AC3E}">
        <p14:creationId xmlns:p14="http://schemas.microsoft.com/office/powerpoint/2010/main" val="22381197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615A06-857D-4E20-A326-F69B5376D618}"/>
              </a:ext>
            </a:extLst>
          </p:cNvPr>
          <p:cNvSpPr>
            <a:spLocks noGrp="1"/>
          </p:cNvSpPr>
          <p:nvPr>
            <p:ph type="body" sz="quarter" idx="10"/>
          </p:nvPr>
        </p:nvSpPr>
        <p:spPr/>
        <p:txBody>
          <a:bodyPr>
            <a:normAutofit fontScale="70000" lnSpcReduction="20000"/>
          </a:bodyPr>
          <a:lstStyle/>
          <a:p>
            <a:r>
              <a:rPr lang="en-GB" b="1" dirty="0"/>
              <a:t>Impact Measurement Concepts</a:t>
            </a:r>
            <a:endParaRPr lang="en-GB" dirty="0"/>
          </a:p>
        </p:txBody>
      </p:sp>
    </p:spTree>
    <p:extLst>
      <p:ext uri="{BB962C8B-B14F-4D97-AF65-F5344CB8AC3E}">
        <p14:creationId xmlns:p14="http://schemas.microsoft.com/office/powerpoint/2010/main" val="20092552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9FA1647-B57D-4BAF-B416-4B4DB7CD0A42}"/>
              </a:ext>
            </a:extLst>
          </p:cNvPr>
          <p:cNvSpPr>
            <a:spLocks noGrp="1"/>
          </p:cNvSpPr>
          <p:nvPr>
            <p:ph type="title"/>
          </p:nvPr>
        </p:nvSpPr>
        <p:spPr/>
        <p:txBody>
          <a:bodyPr/>
          <a:lstStyle/>
          <a:p>
            <a:r>
              <a:rPr lang="en-GB" dirty="0"/>
              <a:t>3 key concepts to keep in mind</a:t>
            </a:r>
            <a:br>
              <a:rPr lang="en-GB" dirty="0"/>
            </a:br>
            <a:endParaRPr lang="en-GB" dirty="0"/>
          </a:p>
        </p:txBody>
      </p:sp>
      <p:sp>
        <p:nvSpPr>
          <p:cNvPr id="2" name="Text Placeholder 1">
            <a:extLst>
              <a:ext uri="{FF2B5EF4-FFF2-40B4-BE49-F238E27FC236}">
                <a16:creationId xmlns:a16="http://schemas.microsoft.com/office/drawing/2014/main" id="{0EA99168-1709-4524-A687-B2D80C0C9A92}"/>
              </a:ext>
            </a:extLst>
          </p:cNvPr>
          <p:cNvSpPr>
            <a:spLocks noGrp="1"/>
          </p:cNvSpPr>
          <p:nvPr>
            <p:ph type="body" sz="quarter" idx="10"/>
          </p:nvPr>
        </p:nvSpPr>
        <p:spPr/>
        <p:txBody>
          <a:bodyPr>
            <a:normAutofit/>
          </a:bodyPr>
          <a:lstStyle/>
          <a:p>
            <a:r>
              <a:rPr lang="en-GB" dirty="0"/>
              <a:t>Deadweight</a:t>
            </a:r>
          </a:p>
        </p:txBody>
      </p:sp>
      <p:sp>
        <p:nvSpPr>
          <p:cNvPr id="4" name="Text Placeholder 3">
            <a:extLst>
              <a:ext uri="{FF2B5EF4-FFF2-40B4-BE49-F238E27FC236}">
                <a16:creationId xmlns:a16="http://schemas.microsoft.com/office/drawing/2014/main" id="{7A16D668-CB67-4B8F-ACEB-E175224372F6}"/>
              </a:ext>
            </a:extLst>
          </p:cNvPr>
          <p:cNvSpPr>
            <a:spLocks noGrp="1"/>
          </p:cNvSpPr>
          <p:nvPr>
            <p:ph type="body" sz="quarter" idx="11"/>
          </p:nvPr>
        </p:nvSpPr>
        <p:spPr>
          <a:xfrm>
            <a:off x="456094" y="2742552"/>
            <a:ext cx="2990140" cy="2296684"/>
          </a:xfrm>
        </p:spPr>
        <p:txBody>
          <a:bodyPr/>
          <a:lstStyle/>
          <a:p>
            <a:r>
              <a:rPr lang="en-GB" dirty="0"/>
              <a:t>Is what would have happened anyway without your intervention. </a:t>
            </a:r>
          </a:p>
          <a:p>
            <a:r>
              <a:rPr lang="en-GB" dirty="0"/>
              <a:t>This can be slower growth,         stagnation or decline. </a:t>
            </a:r>
          </a:p>
        </p:txBody>
      </p:sp>
      <p:sp>
        <p:nvSpPr>
          <p:cNvPr id="5" name="Text Placeholder 4">
            <a:extLst>
              <a:ext uri="{FF2B5EF4-FFF2-40B4-BE49-F238E27FC236}">
                <a16:creationId xmlns:a16="http://schemas.microsoft.com/office/drawing/2014/main" id="{F0DD04D2-42FA-4A47-B48D-2CFB3E0A6BC7}"/>
              </a:ext>
            </a:extLst>
          </p:cNvPr>
          <p:cNvSpPr>
            <a:spLocks noGrp="1"/>
          </p:cNvSpPr>
          <p:nvPr>
            <p:ph type="body" sz="quarter" idx="12"/>
          </p:nvPr>
        </p:nvSpPr>
        <p:spPr/>
        <p:txBody>
          <a:bodyPr/>
          <a:lstStyle/>
          <a:p>
            <a:r>
              <a:rPr lang="en-GB" dirty="0"/>
              <a:t>Attribution</a:t>
            </a:r>
          </a:p>
        </p:txBody>
      </p:sp>
      <p:sp>
        <p:nvSpPr>
          <p:cNvPr id="6" name="Text Placeholder 5">
            <a:extLst>
              <a:ext uri="{FF2B5EF4-FFF2-40B4-BE49-F238E27FC236}">
                <a16:creationId xmlns:a16="http://schemas.microsoft.com/office/drawing/2014/main" id="{CBFB8764-7D76-4F16-8957-E6EB49A24BE0}"/>
              </a:ext>
            </a:extLst>
          </p:cNvPr>
          <p:cNvSpPr>
            <a:spLocks noGrp="1"/>
          </p:cNvSpPr>
          <p:nvPr>
            <p:ph type="body" sz="quarter" idx="13"/>
          </p:nvPr>
        </p:nvSpPr>
        <p:spPr/>
        <p:txBody>
          <a:bodyPr/>
          <a:lstStyle/>
          <a:p>
            <a:r>
              <a:rPr lang="en-GB" dirty="0"/>
              <a:t>Is a review of who else or what else may have generated a benefit (or pain) for your target beneficiary. </a:t>
            </a:r>
          </a:p>
          <a:p>
            <a:endParaRPr lang="en-GB" dirty="0"/>
          </a:p>
        </p:txBody>
      </p:sp>
      <p:sp>
        <p:nvSpPr>
          <p:cNvPr id="7" name="Text Placeholder 6">
            <a:extLst>
              <a:ext uri="{FF2B5EF4-FFF2-40B4-BE49-F238E27FC236}">
                <a16:creationId xmlns:a16="http://schemas.microsoft.com/office/drawing/2014/main" id="{E70A2F2E-74A1-4F4F-A929-775689C4192E}"/>
              </a:ext>
            </a:extLst>
          </p:cNvPr>
          <p:cNvSpPr>
            <a:spLocks noGrp="1"/>
          </p:cNvSpPr>
          <p:nvPr>
            <p:ph type="body" sz="quarter" idx="14"/>
          </p:nvPr>
        </p:nvSpPr>
        <p:spPr/>
        <p:txBody>
          <a:bodyPr/>
          <a:lstStyle/>
          <a:p>
            <a:r>
              <a:rPr lang="en-GB" dirty="0"/>
              <a:t>Benefit Period</a:t>
            </a:r>
          </a:p>
        </p:txBody>
      </p:sp>
      <p:sp>
        <p:nvSpPr>
          <p:cNvPr id="8" name="Text Placeholder 7">
            <a:extLst>
              <a:ext uri="{FF2B5EF4-FFF2-40B4-BE49-F238E27FC236}">
                <a16:creationId xmlns:a16="http://schemas.microsoft.com/office/drawing/2014/main" id="{4626F2B1-A67F-4C5A-B681-EE5C93D31319}"/>
              </a:ext>
            </a:extLst>
          </p:cNvPr>
          <p:cNvSpPr>
            <a:spLocks noGrp="1"/>
          </p:cNvSpPr>
          <p:nvPr>
            <p:ph type="body" sz="quarter" idx="15"/>
          </p:nvPr>
        </p:nvSpPr>
        <p:spPr/>
        <p:txBody>
          <a:bodyPr/>
          <a:lstStyle/>
          <a:p>
            <a:r>
              <a:rPr lang="en-GB" dirty="0"/>
              <a:t>Is how long the benefit of your intervention lasts for the beneficiary. </a:t>
            </a:r>
          </a:p>
          <a:p>
            <a:r>
              <a:rPr lang="en-GB" dirty="0"/>
              <a:t>Different interventions have different benefit periods. </a:t>
            </a:r>
          </a:p>
        </p:txBody>
      </p:sp>
    </p:spTree>
    <p:extLst>
      <p:ext uri="{BB962C8B-B14F-4D97-AF65-F5344CB8AC3E}">
        <p14:creationId xmlns:p14="http://schemas.microsoft.com/office/powerpoint/2010/main" val="16975833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FFEEF63-8756-4D12-8998-68A3F0394F12}"/>
              </a:ext>
            </a:extLst>
          </p:cNvPr>
          <p:cNvSpPr>
            <a:spLocks noGrp="1"/>
          </p:cNvSpPr>
          <p:nvPr>
            <p:ph type="body" sz="quarter" idx="13"/>
          </p:nvPr>
        </p:nvSpPr>
        <p:spPr>
          <a:xfrm>
            <a:off x="0" y="95534"/>
            <a:ext cx="10644738" cy="687729"/>
          </a:xfrm>
        </p:spPr>
        <p:txBody>
          <a:bodyPr>
            <a:normAutofit fontScale="92500"/>
          </a:bodyPr>
          <a:lstStyle/>
          <a:p>
            <a:r>
              <a:rPr lang="en-GB" dirty="0"/>
              <a:t>Demonstrating </a:t>
            </a:r>
            <a:r>
              <a:rPr lang="en-GB" u="sng" dirty="0"/>
              <a:t>your</a:t>
            </a:r>
            <a:r>
              <a:rPr lang="en-GB" dirty="0"/>
              <a:t> social impact: Deadweight</a:t>
            </a:r>
          </a:p>
        </p:txBody>
      </p:sp>
      <p:pic>
        <p:nvPicPr>
          <p:cNvPr id="3" name="Picture 2">
            <a:extLst>
              <a:ext uri="{FF2B5EF4-FFF2-40B4-BE49-F238E27FC236}">
                <a16:creationId xmlns:a16="http://schemas.microsoft.com/office/drawing/2014/main" id="{A13F559A-2FA1-406D-83EE-D1F0924335A5}"/>
              </a:ext>
            </a:extLst>
          </p:cNvPr>
          <p:cNvPicPr>
            <a:picLocks noChangeAspect="1"/>
          </p:cNvPicPr>
          <p:nvPr/>
        </p:nvPicPr>
        <p:blipFill>
          <a:blip r:embed="rId3"/>
          <a:stretch>
            <a:fillRect/>
          </a:stretch>
        </p:blipFill>
        <p:spPr>
          <a:xfrm>
            <a:off x="422655" y="833990"/>
            <a:ext cx="3676650" cy="2305050"/>
          </a:xfrm>
          <a:prstGeom prst="rect">
            <a:avLst/>
          </a:prstGeom>
        </p:spPr>
      </p:pic>
      <p:sp>
        <p:nvSpPr>
          <p:cNvPr id="4" name="Left Brace 3">
            <a:extLst>
              <a:ext uri="{FF2B5EF4-FFF2-40B4-BE49-F238E27FC236}">
                <a16:creationId xmlns:a16="http://schemas.microsoft.com/office/drawing/2014/main" id="{94D7C491-E80E-4D84-8982-B9E5A4BF1D21}"/>
              </a:ext>
            </a:extLst>
          </p:cNvPr>
          <p:cNvSpPr/>
          <p:nvPr/>
        </p:nvSpPr>
        <p:spPr>
          <a:xfrm rot="16200000">
            <a:off x="2127044" y="1521842"/>
            <a:ext cx="267874" cy="3234395"/>
          </a:xfrm>
          <a:prstGeom prst="leftBrace">
            <a:avLst/>
          </a:prstGeom>
          <a:ln w="34925"/>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5" name="TextBox 4">
            <a:extLst>
              <a:ext uri="{FF2B5EF4-FFF2-40B4-BE49-F238E27FC236}">
                <a16:creationId xmlns:a16="http://schemas.microsoft.com/office/drawing/2014/main" id="{F207A1CA-1B4B-4BB8-8CFC-9C9FC3D5469F}"/>
              </a:ext>
            </a:extLst>
          </p:cNvPr>
          <p:cNvSpPr txBox="1"/>
          <p:nvPr/>
        </p:nvSpPr>
        <p:spPr>
          <a:xfrm>
            <a:off x="1326108" y="3525300"/>
            <a:ext cx="186974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solidFill>
                <a:effectLst/>
                <a:uLnTx/>
                <a:uFillTx/>
                <a:latin typeface="Gotham Book"/>
                <a:ea typeface="+mn-ea"/>
                <a:cs typeface="+mn-cs"/>
              </a:rPr>
              <a:t>1 acre</a:t>
            </a:r>
          </a:p>
        </p:txBody>
      </p:sp>
      <p:pic>
        <p:nvPicPr>
          <p:cNvPr id="9" name="Picture 8">
            <a:extLst>
              <a:ext uri="{FF2B5EF4-FFF2-40B4-BE49-F238E27FC236}">
                <a16:creationId xmlns:a16="http://schemas.microsoft.com/office/drawing/2014/main" id="{86E0F294-0270-4E86-8B53-CE720BA2FB42}"/>
              </a:ext>
            </a:extLst>
          </p:cNvPr>
          <p:cNvPicPr>
            <a:picLocks noChangeAspect="1"/>
          </p:cNvPicPr>
          <p:nvPr/>
        </p:nvPicPr>
        <p:blipFill>
          <a:blip r:embed="rId4"/>
          <a:stretch>
            <a:fillRect/>
          </a:stretch>
        </p:blipFill>
        <p:spPr>
          <a:xfrm>
            <a:off x="3920320" y="1093705"/>
            <a:ext cx="3505200" cy="1819275"/>
          </a:xfrm>
          <a:prstGeom prst="rect">
            <a:avLst/>
          </a:prstGeom>
        </p:spPr>
      </p:pic>
      <p:sp>
        <p:nvSpPr>
          <p:cNvPr id="10" name="Left Brace 9">
            <a:extLst>
              <a:ext uri="{FF2B5EF4-FFF2-40B4-BE49-F238E27FC236}">
                <a16:creationId xmlns:a16="http://schemas.microsoft.com/office/drawing/2014/main" id="{D3011C7D-AC9F-4EBF-9CD4-305E12922F65}"/>
              </a:ext>
            </a:extLst>
          </p:cNvPr>
          <p:cNvSpPr/>
          <p:nvPr/>
        </p:nvSpPr>
        <p:spPr>
          <a:xfrm rot="16200000">
            <a:off x="5582566" y="1521843"/>
            <a:ext cx="267874" cy="3234395"/>
          </a:xfrm>
          <a:prstGeom prst="leftBrace">
            <a:avLst/>
          </a:prstGeom>
          <a:ln w="34925"/>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11" name="TextBox 10">
            <a:extLst>
              <a:ext uri="{FF2B5EF4-FFF2-40B4-BE49-F238E27FC236}">
                <a16:creationId xmlns:a16="http://schemas.microsoft.com/office/drawing/2014/main" id="{9B4088F2-CDDE-4496-8C68-D0F18CE59328}"/>
              </a:ext>
            </a:extLst>
          </p:cNvPr>
          <p:cNvSpPr txBox="1"/>
          <p:nvPr/>
        </p:nvSpPr>
        <p:spPr>
          <a:xfrm>
            <a:off x="4781630" y="3525301"/>
            <a:ext cx="186974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solidFill>
                <a:effectLst/>
                <a:uLnTx/>
                <a:uFillTx/>
                <a:latin typeface="Gotham Book"/>
                <a:ea typeface="+mn-ea"/>
                <a:cs typeface="+mn-cs"/>
              </a:rPr>
              <a:t>1 acre</a:t>
            </a:r>
          </a:p>
        </p:txBody>
      </p:sp>
      <p:sp>
        <p:nvSpPr>
          <p:cNvPr id="12" name="Left Brace 11">
            <a:extLst>
              <a:ext uri="{FF2B5EF4-FFF2-40B4-BE49-F238E27FC236}">
                <a16:creationId xmlns:a16="http://schemas.microsoft.com/office/drawing/2014/main" id="{19B57B19-22C5-4C7D-879E-E8E385545CA1}"/>
              </a:ext>
            </a:extLst>
          </p:cNvPr>
          <p:cNvSpPr/>
          <p:nvPr/>
        </p:nvSpPr>
        <p:spPr>
          <a:xfrm rot="16200000">
            <a:off x="3900717" y="756086"/>
            <a:ext cx="267874" cy="6781737"/>
          </a:xfrm>
          <a:prstGeom prst="leftBrace">
            <a:avLst/>
          </a:prstGeom>
          <a:ln w="34925"/>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13" name="TextBox 12">
            <a:extLst>
              <a:ext uri="{FF2B5EF4-FFF2-40B4-BE49-F238E27FC236}">
                <a16:creationId xmlns:a16="http://schemas.microsoft.com/office/drawing/2014/main" id="{D518D9E6-6DF2-4A53-B6DD-CC8265A57E64}"/>
              </a:ext>
            </a:extLst>
          </p:cNvPr>
          <p:cNvSpPr txBox="1"/>
          <p:nvPr/>
        </p:nvSpPr>
        <p:spPr>
          <a:xfrm>
            <a:off x="3099782" y="4409321"/>
            <a:ext cx="186974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solidFill>
                <a:effectLst/>
                <a:uLnTx/>
                <a:uFillTx/>
                <a:latin typeface="Gotham Book"/>
                <a:ea typeface="+mn-ea"/>
                <a:cs typeface="+mn-cs"/>
              </a:rPr>
              <a:t>2 acre</a:t>
            </a:r>
          </a:p>
        </p:txBody>
      </p:sp>
      <p:pic>
        <p:nvPicPr>
          <p:cNvPr id="14" name="Picture 13">
            <a:extLst>
              <a:ext uri="{FF2B5EF4-FFF2-40B4-BE49-F238E27FC236}">
                <a16:creationId xmlns:a16="http://schemas.microsoft.com/office/drawing/2014/main" id="{8F987E09-AAA8-406A-B78E-B129D6529BAE}"/>
              </a:ext>
            </a:extLst>
          </p:cNvPr>
          <p:cNvPicPr>
            <a:picLocks noChangeAspect="1"/>
          </p:cNvPicPr>
          <p:nvPr/>
        </p:nvPicPr>
        <p:blipFill>
          <a:blip r:embed="rId3"/>
          <a:stretch>
            <a:fillRect/>
          </a:stretch>
        </p:blipFill>
        <p:spPr>
          <a:xfrm>
            <a:off x="3920320" y="783263"/>
            <a:ext cx="3676650" cy="2305050"/>
          </a:xfrm>
          <a:prstGeom prst="rect">
            <a:avLst/>
          </a:prstGeom>
        </p:spPr>
      </p:pic>
      <p:sp>
        <p:nvSpPr>
          <p:cNvPr id="17" name="Equals 16">
            <a:extLst>
              <a:ext uri="{FF2B5EF4-FFF2-40B4-BE49-F238E27FC236}">
                <a16:creationId xmlns:a16="http://schemas.microsoft.com/office/drawing/2014/main" id="{71A54690-0DC6-4FA8-AA66-A01343D94AB5}"/>
              </a:ext>
            </a:extLst>
          </p:cNvPr>
          <p:cNvSpPr/>
          <p:nvPr/>
        </p:nvSpPr>
        <p:spPr>
          <a:xfrm>
            <a:off x="2906551" y="5466617"/>
            <a:ext cx="1173708" cy="687729"/>
          </a:xfrm>
          <a:prstGeom prst="mathEqual">
            <a:avLst>
              <a:gd name="adj1" fmla="val 13598"/>
              <a:gd name="adj2" fmla="val 11760"/>
            </a:avLst>
          </a:prstGeom>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18" name="TextBox 17">
            <a:extLst>
              <a:ext uri="{FF2B5EF4-FFF2-40B4-BE49-F238E27FC236}">
                <a16:creationId xmlns:a16="http://schemas.microsoft.com/office/drawing/2014/main" id="{7E1837BC-82EE-4F1F-9384-367336FEFA50}"/>
              </a:ext>
            </a:extLst>
          </p:cNvPr>
          <p:cNvSpPr txBox="1"/>
          <p:nvPr/>
        </p:nvSpPr>
        <p:spPr>
          <a:xfrm>
            <a:off x="4080259" y="5444089"/>
            <a:ext cx="1869743"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solidFill>
                <a:effectLst/>
                <a:uLnTx/>
                <a:uFillTx/>
                <a:latin typeface="Gotham Book"/>
                <a:ea typeface="+mn-ea"/>
                <a:cs typeface="+mn-cs"/>
              </a:rPr>
              <a:t>1 acre regeneration</a:t>
            </a:r>
          </a:p>
        </p:txBody>
      </p:sp>
      <p:sp>
        <p:nvSpPr>
          <p:cNvPr id="23" name="Oval 22">
            <a:extLst>
              <a:ext uri="{FF2B5EF4-FFF2-40B4-BE49-F238E27FC236}">
                <a16:creationId xmlns:a16="http://schemas.microsoft.com/office/drawing/2014/main" id="{55BBEF67-9E79-4A5B-B5E7-14AD34B9088A}"/>
              </a:ext>
            </a:extLst>
          </p:cNvPr>
          <p:cNvSpPr/>
          <p:nvPr/>
        </p:nvSpPr>
        <p:spPr>
          <a:xfrm>
            <a:off x="4228979" y="5348816"/>
            <a:ext cx="1476233" cy="923330"/>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sp>
        <p:nvSpPr>
          <p:cNvPr id="24" name="Oval 23">
            <a:extLst>
              <a:ext uri="{FF2B5EF4-FFF2-40B4-BE49-F238E27FC236}">
                <a16:creationId xmlns:a16="http://schemas.microsoft.com/office/drawing/2014/main" id="{452785DC-F996-448C-B247-3454F3EC7B42}"/>
              </a:ext>
            </a:extLst>
          </p:cNvPr>
          <p:cNvSpPr/>
          <p:nvPr/>
        </p:nvSpPr>
        <p:spPr>
          <a:xfrm>
            <a:off x="3921893" y="783263"/>
            <a:ext cx="3806926" cy="2461598"/>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sp>
        <p:nvSpPr>
          <p:cNvPr id="27" name="Rectangle: Rounded Corners 26">
            <a:extLst>
              <a:ext uri="{FF2B5EF4-FFF2-40B4-BE49-F238E27FC236}">
                <a16:creationId xmlns:a16="http://schemas.microsoft.com/office/drawing/2014/main" id="{7440CB40-32D3-4AC5-A90A-41B3B4612D07}"/>
              </a:ext>
            </a:extLst>
          </p:cNvPr>
          <p:cNvSpPr/>
          <p:nvPr/>
        </p:nvSpPr>
        <p:spPr>
          <a:xfrm>
            <a:off x="8175009" y="1201003"/>
            <a:ext cx="3806926" cy="4265614"/>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636363">
                    <a:lumMod val="75000"/>
                  </a:srgbClr>
                </a:solidFill>
                <a:effectLst/>
                <a:uLnTx/>
                <a:uFillTx/>
                <a:latin typeface="Gotham Book"/>
                <a:ea typeface="+mn-ea"/>
                <a:cs typeface="+mn-cs"/>
              </a:rPr>
              <a:t>Your social impact is the change that </a:t>
            </a:r>
            <a:r>
              <a:rPr kumimoji="0" lang="en-GB" sz="2400" b="1" i="0" u="sng" strike="noStrike" kern="1200" cap="none" spc="0" normalizeH="0" baseline="0" noProof="0" dirty="0">
                <a:ln>
                  <a:noFill/>
                </a:ln>
                <a:solidFill>
                  <a:srgbClr val="636363">
                    <a:lumMod val="75000"/>
                  </a:srgbClr>
                </a:solidFill>
                <a:effectLst/>
                <a:uLnTx/>
                <a:uFillTx/>
                <a:latin typeface="Gotham Book"/>
                <a:ea typeface="+mn-ea"/>
                <a:cs typeface="+mn-cs"/>
              </a:rPr>
              <a:t>wouldn’t have happened </a:t>
            </a:r>
            <a:r>
              <a:rPr kumimoji="0" lang="en-GB" sz="2400" b="0" i="0" u="none" strike="noStrike" kern="1200" cap="none" spc="0" normalizeH="0" baseline="0" noProof="0" dirty="0">
                <a:ln>
                  <a:noFill/>
                </a:ln>
                <a:solidFill>
                  <a:srgbClr val="636363">
                    <a:lumMod val="75000"/>
                  </a:srgbClr>
                </a:solidFill>
                <a:effectLst/>
                <a:uLnTx/>
                <a:uFillTx/>
                <a:latin typeface="Gotham Book"/>
                <a:ea typeface="+mn-ea"/>
                <a:cs typeface="+mn-cs"/>
              </a:rPr>
              <a:t>without your intervention. </a:t>
            </a:r>
          </a:p>
        </p:txBody>
      </p:sp>
    </p:spTree>
    <p:extLst>
      <p:ext uri="{BB962C8B-B14F-4D97-AF65-F5344CB8AC3E}">
        <p14:creationId xmlns:p14="http://schemas.microsoft.com/office/powerpoint/2010/main" val="2744139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P spid="23" grpId="0" animBg="1"/>
      <p:bldP spid="24" grpId="0" animBg="1"/>
      <p:bldP spid="27"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 name="Oval 26">
            <a:extLst>
              <a:ext uri="{FF2B5EF4-FFF2-40B4-BE49-F238E27FC236}">
                <a16:creationId xmlns:a16="http://schemas.microsoft.com/office/drawing/2014/main" id="{8CDE0AD7-C0BA-4585-884F-23BC783E51E9}"/>
              </a:ext>
            </a:extLst>
          </p:cNvPr>
          <p:cNvSpPr/>
          <p:nvPr/>
        </p:nvSpPr>
        <p:spPr>
          <a:xfrm>
            <a:off x="2254985" y="-89028"/>
            <a:ext cx="7776121" cy="7049070"/>
          </a:xfrm>
          <a:prstGeom prst="ellipse">
            <a:avLst/>
          </a:prstGeom>
          <a:solidFill>
            <a:schemeClr val="tx1">
              <a:lumMod val="40000"/>
              <a:lumOff val="60000"/>
              <a:alpha val="66000"/>
            </a:schemeClr>
          </a:solidFill>
          <a:ln>
            <a:solidFill>
              <a:schemeClr val="tx1">
                <a:lumMod val="40000"/>
                <a:lumOff val="6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rPr>
              <a:t>Support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rPr>
              <a:t>Network</a:t>
            </a:r>
          </a:p>
        </p:txBody>
      </p:sp>
      <p:sp>
        <p:nvSpPr>
          <p:cNvPr id="9" name="Rectangle: Rounded Corners 8">
            <a:extLst>
              <a:ext uri="{FF2B5EF4-FFF2-40B4-BE49-F238E27FC236}">
                <a16:creationId xmlns:a16="http://schemas.microsoft.com/office/drawing/2014/main" id="{89B5D6E0-5AA6-45F5-B4A5-5EF1A38A4591}"/>
              </a:ext>
            </a:extLst>
          </p:cNvPr>
          <p:cNvSpPr/>
          <p:nvPr/>
        </p:nvSpPr>
        <p:spPr>
          <a:xfrm>
            <a:off x="204717" y="2200949"/>
            <a:ext cx="11395880" cy="2519047"/>
          </a:xfrm>
          <a:prstGeom prst="roundRect">
            <a:avLst/>
          </a:prstGeom>
          <a:solidFill>
            <a:schemeClr val="accent4">
              <a:alpha val="36000"/>
            </a:schemeClr>
          </a:solidFill>
          <a:ln>
            <a:solidFill>
              <a:schemeClr val="accent4">
                <a:alpha val="26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636363">
                    <a:lumMod val="75000"/>
                  </a:srgbClr>
                </a:solidFill>
                <a:effectLst/>
                <a:uLnTx/>
                <a:uFillTx/>
                <a:latin typeface="Gotham Book"/>
                <a:ea typeface="+mn-ea"/>
                <a:cs typeface="+mn-cs"/>
              </a:rPr>
              <a:t>Youth Journey to Employment</a:t>
            </a:r>
          </a:p>
        </p:txBody>
      </p:sp>
      <p:sp>
        <p:nvSpPr>
          <p:cNvPr id="3" name="Text Placeholder 1">
            <a:extLst>
              <a:ext uri="{FF2B5EF4-FFF2-40B4-BE49-F238E27FC236}">
                <a16:creationId xmlns:a16="http://schemas.microsoft.com/office/drawing/2014/main" id="{E34906A6-B3A9-4FF4-8B73-B5004598DAAC}"/>
              </a:ext>
            </a:extLst>
          </p:cNvPr>
          <p:cNvSpPr txBox="1">
            <a:spLocks/>
          </p:cNvSpPr>
          <p:nvPr/>
        </p:nvSpPr>
        <p:spPr>
          <a:xfrm>
            <a:off x="0" y="95534"/>
            <a:ext cx="12010030" cy="896876"/>
          </a:xfrm>
          <a:prstGeom prst="rect">
            <a:avLst/>
          </a:prstGeom>
        </p:spPr>
        <p:txBody>
          <a:bodyPr vert="horz" lIns="91440" tIns="45720" rIns="91440" bIns="45720" rtlCol="0">
            <a:normAutofit fontScale="77500" lnSpcReduction="20000"/>
          </a:bodyPr>
          <a:lstStyle>
            <a:lvl1pPr marL="0" indent="0" algn="l" defTabSz="914400" rtl="0" eaLnBrk="1" latinLnBrk="0" hangingPunct="1">
              <a:lnSpc>
                <a:spcPct val="90000"/>
              </a:lnSpc>
              <a:spcBef>
                <a:spcPts val="1000"/>
              </a:spcBef>
              <a:buFont typeface="Arial"/>
              <a:buNone/>
              <a:defRPr sz="4400" kern="1200">
                <a:solidFill>
                  <a:srgbClr val="491A66"/>
                </a:solidFill>
                <a:latin typeface="+mj-lt"/>
                <a:ea typeface="+mn-ea"/>
                <a:cs typeface="+mn-cs"/>
              </a:defRPr>
            </a:lvl1pPr>
            <a:lvl2pPr marL="457200" indent="0" algn="l" defTabSz="914400" rtl="0" eaLnBrk="1" latinLnBrk="0" hangingPunct="1">
              <a:lnSpc>
                <a:spcPct val="90000"/>
              </a:lnSpc>
              <a:spcBef>
                <a:spcPts val="500"/>
              </a:spcBef>
              <a:buFont typeface="Arial"/>
              <a:buNone/>
              <a:defRPr sz="4400" kern="1200">
                <a:solidFill>
                  <a:srgbClr val="F37023"/>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a:buNone/>
              <a:tabLst/>
              <a:defRPr/>
            </a:pPr>
            <a:r>
              <a:rPr kumimoji="0" lang="en-GB" sz="4400" b="0" i="0" u="none" strike="noStrike" kern="1200" cap="none" spc="0" normalizeH="0" baseline="0" noProof="0" dirty="0">
                <a:ln>
                  <a:noFill/>
                </a:ln>
                <a:solidFill>
                  <a:srgbClr val="491A66"/>
                </a:solidFill>
                <a:effectLst/>
                <a:uLnTx/>
                <a:uFillTx/>
                <a:latin typeface="Gotham Bold"/>
                <a:ea typeface="+mn-ea"/>
                <a:cs typeface="+mn-cs"/>
              </a:rPr>
              <a:t>Demonstrating </a:t>
            </a:r>
            <a:r>
              <a:rPr kumimoji="0" lang="en-GB" sz="4400" b="0" i="0" u="sng" strike="noStrike" kern="1200" cap="none" spc="0" normalizeH="0" baseline="0" noProof="0" dirty="0">
                <a:ln>
                  <a:noFill/>
                </a:ln>
                <a:solidFill>
                  <a:srgbClr val="491A66"/>
                </a:solidFill>
                <a:effectLst/>
                <a:uLnTx/>
                <a:uFillTx/>
                <a:latin typeface="Gotham Bold"/>
                <a:ea typeface="+mn-ea"/>
                <a:cs typeface="+mn-cs"/>
              </a:rPr>
              <a:t>your</a:t>
            </a:r>
            <a:r>
              <a:rPr kumimoji="0" lang="en-GB" sz="4400" b="0" i="0" u="none" strike="noStrike" kern="1200" cap="none" spc="0" normalizeH="0" baseline="0" noProof="0" dirty="0">
                <a:ln>
                  <a:noFill/>
                </a:ln>
                <a:solidFill>
                  <a:srgbClr val="491A66"/>
                </a:solidFill>
                <a:effectLst/>
                <a:uLnTx/>
                <a:uFillTx/>
                <a:latin typeface="Gotham Bold"/>
                <a:ea typeface="+mn-ea"/>
                <a:cs typeface="+mn-cs"/>
              </a:rPr>
              <a:t> social impact: Attribution &amp; Benefit Period</a:t>
            </a:r>
          </a:p>
        </p:txBody>
      </p:sp>
      <p:pic>
        <p:nvPicPr>
          <p:cNvPr id="4" name="Picture 3">
            <a:extLst>
              <a:ext uri="{FF2B5EF4-FFF2-40B4-BE49-F238E27FC236}">
                <a16:creationId xmlns:a16="http://schemas.microsoft.com/office/drawing/2014/main" id="{0717A315-B09D-46C3-B83B-9A43030783A8}"/>
              </a:ext>
            </a:extLst>
          </p:cNvPr>
          <p:cNvPicPr>
            <a:picLocks noChangeAspect="1"/>
          </p:cNvPicPr>
          <p:nvPr/>
        </p:nvPicPr>
        <p:blipFill>
          <a:blip r:embed="rId3"/>
          <a:stretch>
            <a:fillRect/>
          </a:stretch>
        </p:blipFill>
        <p:spPr>
          <a:xfrm>
            <a:off x="8931218" y="2314309"/>
            <a:ext cx="2362923" cy="2292326"/>
          </a:xfrm>
          <a:prstGeom prst="roundRect">
            <a:avLst>
              <a:gd name="adj" fmla="val 8594"/>
            </a:avLst>
          </a:prstGeom>
          <a:solidFill>
            <a:srgbClr val="FFFFFF">
              <a:shade val="85000"/>
            </a:srgbClr>
          </a:solidFill>
          <a:ln>
            <a:noFill/>
          </a:ln>
          <a:effectLst/>
        </p:spPr>
      </p:pic>
      <p:pic>
        <p:nvPicPr>
          <p:cNvPr id="5" name="Picture 4">
            <a:extLst>
              <a:ext uri="{FF2B5EF4-FFF2-40B4-BE49-F238E27FC236}">
                <a16:creationId xmlns:a16="http://schemas.microsoft.com/office/drawing/2014/main" id="{3011E778-09EE-4678-85A6-40AE6CE22B09}"/>
              </a:ext>
            </a:extLst>
          </p:cNvPr>
          <p:cNvPicPr>
            <a:picLocks noChangeAspect="1"/>
          </p:cNvPicPr>
          <p:nvPr/>
        </p:nvPicPr>
        <p:blipFill>
          <a:blip r:embed="rId4"/>
          <a:stretch>
            <a:fillRect/>
          </a:stretch>
        </p:blipFill>
        <p:spPr>
          <a:xfrm>
            <a:off x="5080630" y="2282837"/>
            <a:ext cx="2030739" cy="2292326"/>
          </a:xfrm>
          <a:prstGeom prst="roundRect">
            <a:avLst>
              <a:gd name="adj" fmla="val 8594"/>
            </a:avLst>
          </a:prstGeom>
          <a:solidFill>
            <a:srgbClr val="FFFFFF">
              <a:shade val="85000"/>
            </a:srgbClr>
          </a:solidFill>
          <a:ln>
            <a:noFill/>
          </a:ln>
          <a:effectLst/>
        </p:spPr>
      </p:pic>
      <p:pic>
        <p:nvPicPr>
          <p:cNvPr id="6" name="Picture 5">
            <a:extLst>
              <a:ext uri="{FF2B5EF4-FFF2-40B4-BE49-F238E27FC236}">
                <a16:creationId xmlns:a16="http://schemas.microsoft.com/office/drawing/2014/main" id="{6D18A25B-1CCC-45AB-AF73-84A41209B689}"/>
              </a:ext>
            </a:extLst>
          </p:cNvPr>
          <p:cNvPicPr>
            <a:picLocks noChangeAspect="1"/>
          </p:cNvPicPr>
          <p:nvPr/>
        </p:nvPicPr>
        <p:blipFill>
          <a:blip r:embed="rId5"/>
          <a:stretch>
            <a:fillRect/>
          </a:stretch>
        </p:blipFill>
        <p:spPr>
          <a:xfrm>
            <a:off x="5063092" y="2200949"/>
            <a:ext cx="2047619" cy="2519047"/>
          </a:xfrm>
          <a:prstGeom prst="roundRect">
            <a:avLst>
              <a:gd name="adj" fmla="val 8594"/>
            </a:avLst>
          </a:prstGeom>
          <a:solidFill>
            <a:srgbClr val="FFFFFF">
              <a:shade val="85000"/>
            </a:srgbClr>
          </a:solidFill>
          <a:ln>
            <a:noFill/>
          </a:ln>
          <a:effectLst/>
        </p:spPr>
      </p:pic>
      <p:sp>
        <p:nvSpPr>
          <p:cNvPr id="7" name="Arrow: Chevron 6">
            <a:extLst>
              <a:ext uri="{FF2B5EF4-FFF2-40B4-BE49-F238E27FC236}">
                <a16:creationId xmlns:a16="http://schemas.microsoft.com/office/drawing/2014/main" id="{D4AC2830-2BDF-4073-8279-E7B08EB63CFC}"/>
              </a:ext>
            </a:extLst>
          </p:cNvPr>
          <p:cNvSpPr/>
          <p:nvPr/>
        </p:nvSpPr>
        <p:spPr>
          <a:xfrm>
            <a:off x="3924238" y="3260447"/>
            <a:ext cx="457200" cy="400050"/>
          </a:xfrm>
          <a:prstGeom prst="chevron">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8" name="Arrow: Chevron 7">
            <a:extLst>
              <a:ext uri="{FF2B5EF4-FFF2-40B4-BE49-F238E27FC236}">
                <a16:creationId xmlns:a16="http://schemas.microsoft.com/office/drawing/2014/main" id="{0DE95926-C93B-4BFF-93AA-AD810E373D48}"/>
              </a:ext>
            </a:extLst>
          </p:cNvPr>
          <p:cNvSpPr/>
          <p:nvPr/>
        </p:nvSpPr>
        <p:spPr>
          <a:xfrm>
            <a:off x="7792364" y="3260447"/>
            <a:ext cx="457200" cy="400050"/>
          </a:xfrm>
          <a:prstGeom prst="chevron">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
        <p:nvSpPr>
          <p:cNvPr id="10" name="Arrow: Right 9">
            <a:extLst>
              <a:ext uri="{FF2B5EF4-FFF2-40B4-BE49-F238E27FC236}">
                <a16:creationId xmlns:a16="http://schemas.microsoft.com/office/drawing/2014/main" id="{9790F1F6-7B29-4BBA-8668-2DA642AB2F66}"/>
              </a:ext>
            </a:extLst>
          </p:cNvPr>
          <p:cNvSpPr/>
          <p:nvPr/>
        </p:nvSpPr>
        <p:spPr>
          <a:xfrm rot="18383985">
            <a:off x="4310288" y="4848514"/>
            <a:ext cx="1173708" cy="388962"/>
          </a:xfrm>
          <a:prstGeom prst="rightArrow">
            <a:avLst/>
          </a:prstGeom>
          <a:solidFill>
            <a:schemeClr val="tx1">
              <a:lumMod val="75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sp>
        <p:nvSpPr>
          <p:cNvPr id="12" name="Arrow: Right 11">
            <a:extLst>
              <a:ext uri="{FF2B5EF4-FFF2-40B4-BE49-F238E27FC236}">
                <a16:creationId xmlns:a16="http://schemas.microsoft.com/office/drawing/2014/main" id="{BA4C821E-74FD-4E2D-A490-5B46813AA497}"/>
              </a:ext>
            </a:extLst>
          </p:cNvPr>
          <p:cNvSpPr/>
          <p:nvPr/>
        </p:nvSpPr>
        <p:spPr>
          <a:xfrm rot="13946349">
            <a:off x="6745100" y="4844510"/>
            <a:ext cx="1173708" cy="388962"/>
          </a:xfrm>
          <a:prstGeom prst="rightArrow">
            <a:avLst/>
          </a:prstGeom>
          <a:solidFill>
            <a:schemeClr val="tx1">
              <a:lumMod val="75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Gotham Book"/>
              <a:ea typeface="+mn-ea"/>
              <a:cs typeface="+mn-cs"/>
            </a:endParaRPr>
          </a:p>
        </p:txBody>
      </p:sp>
      <p:sp>
        <p:nvSpPr>
          <p:cNvPr id="13" name="Rectangle: Rounded Corners 12">
            <a:extLst>
              <a:ext uri="{FF2B5EF4-FFF2-40B4-BE49-F238E27FC236}">
                <a16:creationId xmlns:a16="http://schemas.microsoft.com/office/drawing/2014/main" id="{36C08B38-CC1B-4B12-98BE-0827DAEA531F}"/>
              </a:ext>
            </a:extLst>
          </p:cNvPr>
          <p:cNvSpPr/>
          <p:nvPr/>
        </p:nvSpPr>
        <p:spPr>
          <a:xfrm>
            <a:off x="3643952" y="5630760"/>
            <a:ext cx="1592757" cy="506922"/>
          </a:xfrm>
          <a:prstGeom prst="roundRect">
            <a:avLst/>
          </a:prstGeom>
          <a:noFill/>
          <a:ln w="25400">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School</a:t>
            </a:r>
          </a:p>
        </p:txBody>
      </p:sp>
      <p:sp>
        <p:nvSpPr>
          <p:cNvPr id="14" name="Rectangle: Rounded Corners 13">
            <a:extLst>
              <a:ext uri="{FF2B5EF4-FFF2-40B4-BE49-F238E27FC236}">
                <a16:creationId xmlns:a16="http://schemas.microsoft.com/office/drawing/2014/main" id="{2C017269-9754-4415-BB21-ABB0EBB80461}"/>
              </a:ext>
            </a:extLst>
          </p:cNvPr>
          <p:cNvSpPr/>
          <p:nvPr/>
        </p:nvSpPr>
        <p:spPr>
          <a:xfrm>
            <a:off x="7006217" y="5630760"/>
            <a:ext cx="1592757" cy="506922"/>
          </a:xfrm>
          <a:prstGeom prst="roundRect">
            <a:avLst/>
          </a:prstGeom>
          <a:noFill/>
          <a:ln w="25400">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Sports team</a:t>
            </a:r>
          </a:p>
        </p:txBody>
      </p:sp>
      <p:sp>
        <p:nvSpPr>
          <p:cNvPr id="15" name="Rectangle: Rounded Corners 14">
            <a:extLst>
              <a:ext uri="{FF2B5EF4-FFF2-40B4-BE49-F238E27FC236}">
                <a16:creationId xmlns:a16="http://schemas.microsoft.com/office/drawing/2014/main" id="{3E66A01E-F8DF-4D00-B8C7-7843E8139E75}"/>
              </a:ext>
            </a:extLst>
          </p:cNvPr>
          <p:cNvSpPr/>
          <p:nvPr/>
        </p:nvSpPr>
        <p:spPr>
          <a:xfrm>
            <a:off x="3643952" y="992410"/>
            <a:ext cx="1592757" cy="506922"/>
          </a:xfrm>
          <a:prstGeom prst="round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Your Enterprise</a:t>
            </a:r>
          </a:p>
        </p:txBody>
      </p:sp>
      <p:sp>
        <p:nvSpPr>
          <p:cNvPr id="16" name="Rectangle: Rounded Corners 15">
            <a:extLst>
              <a:ext uri="{FF2B5EF4-FFF2-40B4-BE49-F238E27FC236}">
                <a16:creationId xmlns:a16="http://schemas.microsoft.com/office/drawing/2014/main" id="{2FA35669-CD9C-4818-A7E0-00EE0F4BA8D8}"/>
              </a:ext>
            </a:extLst>
          </p:cNvPr>
          <p:cNvSpPr/>
          <p:nvPr/>
        </p:nvSpPr>
        <p:spPr>
          <a:xfrm>
            <a:off x="7006217" y="992410"/>
            <a:ext cx="1592757" cy="506922"/>
          </a:xfrm>
          <a:prstGeom prst="roundRect">
            <a:avLst/>
          </a:prstGeom>
          <a:noFill/>
          <a:ln w="25400">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Family</a:t>
            </a:r>
          </a:p>
        </p:txBody>
      </p:sp>
      <p:sp>
        <p:nvSpPr>
          <p:cNvPr id="17" name="Arrow: Right 16">
            <a:extLst>
              <a:ext uri="{FF2B5EF4-FFF2-40B4-BE49-F238E27FC236}">
                <a16:creationId xmlns:a16="http://schemas.microsoft.com/office/drawing/2014/main" id="{66D5304E-BE85-45B4-A0AF-7A3529A5D769}"/>
              </a:ext>
            </a:extLst>
          </p:cNvPr>
          <p:cNvSpPr/>
          <p:nvPr/>
        </p:nvSpPr>
        <p:spPr>
          <a:xfrm rot="2183985">
            <a:off x="4184922" y="1733696"/>
            <a:ext cx="1173708" cy="388962"/>
          </a:xfrm>
          <a:prstGeom prst="rightArrow">
            <a:avLst/>
          </a:prstGeom>
          <a:solidFill>
            <a:schemeClr val="tx1">
              <a:lumMod val="75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sp>
        <p:nvSpPr>
          <p:cNvPr id="18" name="Arrow: Right 17">
            <a:extLst>
              <a:ext uri="{FF2B5EF4-FFF2-40B4-BE49-F238E27FC236}">
                <a16:creationId xmlns:a16="http://schemas.microsoft.com/office/drawing/2014/main" id="{5DF4AB79-F0D2-4271-8E60-433F14F3603D}"/>
              </a:ext>
            </a:extLst>
          </p:cNvPr>
          <p:cNvSpPr/>
          <p:nvPr/>
        </p:nvSpPr>
        <p:spPr>
          <a:xfrm rot="19353795" flipH="1" flipV="1">
            <a:off x="6817704" y="1732547"/>
            <a:ext cx="1173708" cy="388962"/>
          </a:xfrm>
          <a:prstGeom prst="rightArrow">
            <a:avLst/>
          </a:prstGeom>
          <a:solidFill>
            <a:schemeClr val="tx1">
              <a:lumMod val="75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otham Book"/>
              <a:ea typeface="+mn-ea"/>
              <a:cs typeface="+mn-cs"/>
            </a:endParaRPr>
          </a:p>
        </p:txBody>
      </p:sp>
      <p:sp>
        <p:nvSpPr>
          <p:cNvPr id="19" name="Rectangle: Rounded Corners 18">
            <a:extLst>
              <a:ext uri="{FF2B5EF4-FFF2-40B4-BE49-F238E27FC236}">
                <a16:creationId xmlns:a16="http://schemas.microsoft.com/office/drawing/2014/main" id="{05CC1EA8-14AD-4E1A-9241-8C74855AFAA2}"/>
              </a:ext>
            </a:extLst>
          </p:cNvPr>
          <p:cNvSpPr/>
          <p:nvPr/>
        </p:nvSpPr>
        <p:spPr>
          <a:xfrm>
            <a:off x="1725530" y="4819716"/>
            <a:ext cx="1795589" cy="351657"/>
          </a:xfrm>
          <a:prstGeom prst="round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Your Enterprise</a:t>
            </a:r>
          </a:p>
        </p:txBody>
      </p:sp>
      <p:sp>
        <p:nvSpPr>
          <p:cNvPr id="20" name="Rectangle: Rounded Corners 19">
            <a:extLst>
              <a:ext uri="{FF2B5EF4-FFF2-40B4-BE49-F238E27FC236}">
                <a16:creationId xmlns:a16="http://schemas.microsoft.com/office/drawing/2014/main" id="{D50949AF-A837-46D5-8CA2-075CDAFEF20F}"/>
              </a:ext>
            </a:extLst>
          </p:cNvPr>
          <p:cNvSpPr/>
          <p:nvPr/>
        </p:nvSpPr>
        <p:spPr>
          <a:xfrm>
            <a:off x="1725528" y="5720334"/>
            <a:ext cx="1795589" cy="351657"/>
          </a:xfrm>
          <a:prstGeom prst="roundRect">
            <a:avLst/>
          </a:prstGeom>
          <a:noFill/>
          <a:ln w="25400">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Family</a:t>
            </a:r>
          </a:p>
        </p:txBody>
      </p:sp>
      <p:sp>
        <p:nvSpPr>
          <p:cNvPr id="21" name="Rectangle: Rounded Corners 20">
            <a:extLst>
              <a:ext uri="{FF2B5EF4-FFF2-40B4-BE49-F238E27FC236}">
                <a16:creationId xmlns:a16="http://schemas.microsoft.com/office/drawing/2014/main" id="{BC34E2F7-169F-4450-834F-D48FBE093E1D}"/>
              </a:ext>
            </a:extLst>
          </p:cNvPr>
          <p:cNvSpPr/>
          <p:nvPr/>
        </p:nvSpPr>
        <p:spPr>
          <a:xfrm>
            <a:off x="1725529" y="5272768"/>
            <a:ext cx="1795589" cy="351657"/>
          </a:xfrm>
          <a:prstGeom prst="roundRect">
            <a:avLst/>
          </a:prstGeom>
          <a:noFill/>
          <a:ln w="25400">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School</a:t>
            </a:r>
          </a:p>
        </p:txBody>
      </p:sp>
      <p:sp>
        <p:nvSpPr>
          <p:cNvPr id="22" name="Rectangle: Rounded Corners 21">
            <a:extLst>
              <a:ext uri="{FF2B5EF4-FFF2-40B4-BE49-F238E27FC236}">
                <a16:creationId xmlns:a16="http://schemas.microsoft.com/office/drawing/2014/main" id="{A747EF81-8FB3-487C-B0E2-724981830DAE}"/>
              </a:ext>
            </a:extLst>
          </p:cNvPr>
          <p:cNvSpPr/>
          <p:nvPr/>
        </p:nvSpPr>
        <p:spPr>
          <a:xfrm>
            <a:off x="1725528" y="6177197"/>
            <a:ext cx="1795589" cy="351657"/>
          </a:xfrm>
          <a:prstGeom prst="roundRect">
            <a:avLst/>
          </a:prstGeom>
          <a:noFill/>
          <a:ln w="25400">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Sports team</a:t>
            </a:r>
          </a:p>
        </p:txBody>
      </p:sp>
      <p:sp>
        <p:nvSpPr>
          <p:cNvPr id="23" name="Rectangle: Rounded Corners 22">
            <a:extLst>
              <a:ext uri="{FF2B5EF4-FFF2-40B4-BE49-F238E27FC236}">
                <a16:creationId xmlns:a16="http://schemas.microsoft.com/office/drawing/2014/main" id="{FE29C132-EA73-4A91-BF67-E9ECF03DBA26}"/>
              </a:ext>
            </a:extLst>
          </p:cNvPr>
          <p:cNvSpPr/>
          <p:nvPr/>
        </p:nvSpPr>
        <p:spPr>
          <a:xfrm>
            <a:off x="5198204" y="4819716"/>
            <a:ext cx="1795589" cy="351657"/>
          </a:xfrm>
          <a:prstGeom prst="roundRect">
            <a:avLst/>
          </a:prstGeom>
          <a:noFill/>
          <a:ln w="25400">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Family</a:t>
            </a:r>
          </a:p>
        </p:txBody>
      </p:sp>
      <p:sp>
        <p:nvSpPr>
          <p:cNvPr id="24" name="Rectangle: Rounded Corners 23">
            <a:extLst>
              <a:ext uri="{FF2B5EF4-FFF2-40B4-BE49-F238E27FC236}">
                <a16:creationId xmlns:a16="http://schemas.microsoft.com/office/drawing/2014/main" id="{71090149-2A0E-4B7B-82BE-0749D0D92798}"/>
              </a:ext>
            </a:extLst>
          </p:cNvPr>
          <p:cNvSpPr/>
          <p:nvPr/>
        </p:nvSpPr>
        <p:spPr>
          <a:xfrm>
            <a:off x="5202474" y="5272767"/>
            <a:ext cx="1795589" cy="351657"/>
          </a:xfrm>
          <a:prstGeom prst="roundRect">
            <a:avLst/>
          </a:prstGeom>
          <a:noFill/>
          <a:ln w="25400">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College</a:t>
            </a:r>
          </a:p>
        </p:txBody>
      </p:sp>
      <p:sp>
        <p:nvSpPr>
          <p:cNvPr id="25" name="Rectangle: Rounded Corners 24">
            <a:extLst>
              <a:ext uri="{FF2B5EF4-FFF2-40B4-BE49-F238E27FC236}">
                <a16:creationId xmlns:a16="http://schemas.microsoft.com/office/drawing/2014/main" id="{37C5BD61-32F0-42F6-90EE-66BA80E01444}"/>
              </a:ext>
            </a:extLst>
          </p:cNvPr>
          <p:cNvSpPr/>
          <p:nvPr/>
        </p:nvSpPr>
        <p:spPr>
          <a:xfrm>
            <a:off x="9214884" y="4833356"/>
            <a:ext cx="1795589" cy="351657"/>
          </a:xfrm>
          <a:prstGeom prst="roundRect">
            <a:avLst/>
          </a:prstGeom>
          <a:noFill/>
          <a:ln w="25400">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Family</a:t>
            </a:r>
          </a:p>
        </p:txBody>
      </p:sp>
      <p:sp>
        <p:nvSpPr>
          <p:cNvPr id="26" name="Rectangle: Rounded Corners 25">
            <a:extLst>
              <a:ext uri="{FF2B5EF4-FFF2-40B4-BE49-F238E27FC236}">
                <a16:creationId xmlns:a16="http://schemas.microsoft.com/office/drawing/2014/main" id="{37CD8D8E-31FC-4536-B7D4-F5681581B6A3}"/>
              </a:ext>
            </a:extLst>
          </p:cNvPr>
          <p:cNvSpPr/>
          <p:nvPr/>
        </p:nvSpPr>
        <p:spPr>
          <a:xfrm>
            <a:off x="9073049" y="926429"/>
            <a:ext cx="2079257" cy="1022326"/>
          </a:xfrm>
          <a:prstGeom prst="roundRect">
            <a:avLst/>
          </a:prstGeom>
          <a:solidFill>
            <a:srgbClr val="00B050"/>
          </a:solid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ysClr val="windowText" lastClr="000000"/>
                </a:solidFill>
                <a:effectLst/>
                <a:uLnTx/>
                <a:uFillTx/>
                <a:latin typeface="Gotham Book"/>
                <a:ea typeface="+mn-ea"/>
                <a:cs typeface="+mn-cs"/>
              </a:rPr>
              <a:t>How much of this achievement is because of your work?</a:t>
            </a:r>
          </a:p>
        </p:txBody>
      </p:sp>
    </p:spTree>
    <p:extLst>
      <p:ext uri="{BB962C8B-B14F-4D97-AF65-F5344CB8AC3E}">
        <p14:creationId xmlns:p14="http://schemas.microsoft.com/office/powerpoint/2010/main" val="4038460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0 0 L -0.2918 0.00347 " pathEditMode="relative" rAng="0" ptsTypes="AA">
                                      <p:cBhvr>
                                        <p:cTn id="6" dur="2000" fill="hold"/>
                                        <p:tgtEl>
                                          <p:spTgt spid="5"/>
                                        </p:tgtEl>
                                        <p:attrNameLst>
                                          <p:attrName>ppt_x</p:attrName>
                                          <p:attrName>ppt_y</p:attrName>
                                        </p:attrNameLst>
                                      </p:cBhvr>
                                      <p:rCtr x="-14596" y="162"/>
                                    </p:animMotion>
                                  </p:childTnLst>
                                </p:cTn>
                              </p:par>
                              <p:par>
                                <p:cTn id="7" presetID="10" presetClass="exit" presetSubtype="0" fill="hold" grpId="0" nodeType="withEffect">
                                  <p:stCondLst>
                                    <p:cond delay="0"/>
                                  </p:stCondLst>
                                  <p:childTnLst>
                                    <p:animEffect transition="out" filter="fade">
                                      <p:cBhvr>
                                        <p:cTn id="8" dur="500"/>
                                        <p:tgtEl>
                                          <p:spTgt spid="27"/>
                                        </p:tgtEl>
                                      </p:cBhvr>
                                    </p:animEffect>
                                    <p:set>
                                      <p:cBhvr>
                                        <p:cTn id="9" dur="1" fill="hold">
                                          <p:stCondLst>
                                            <p:cond delay="499"/>
                                          </p:stCondLst>
                                        </p:cTn>
                                        <p:tgtEl>
                                          <p:spTgt spid="27"/>
                                        </p:tgtEl>
                                        <p:attrNameLst>
                                          <p:attrName>style.visibility</p:attrName>
                                        </p:attrNameLst>
                                      </p:cBhvr>
                                      <p:to>
                                        <p:strVal val="hidden"/>
                                      </p:to>
                                    </p:set>
                                  </p:childTnLst>
                                </p:cTn>
                              </p:par>
                              <p:par>
                                <p:cTn id="10" presetID="10"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 presetClass="exit"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9" grpId="0" animBg="1"/>
      <p:bldP spid="7" grpId="0" animBg="1"/>
      <p:bldP spid="8" grpId="0" animBg="1"/>
      <p:bldP spid="10"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06EF889-D5C3-B04D-9439-D15F99BCA9FA}"/>
              </a:ext>
            </a:extLst>
          </p:cNvPr>
          <p:cNvSpPr>
            <a:spLocks noGrp="1"/>
          </p:cNvSpPr>
          <p:nvPr>
            <p:ph type="body" sz="quarter" idx="13"/>
          </p:nvPr>
        </p:nvSpPr>
        <p:spPr/>
        <p:txBody>
          <a:bodyPr/>
          <a:lstStyle/>
          <a:p>
            <a:r>
              <a:rPr lang="en-GB" dirty="0"/>
              <a:t>Exercise: Plan Data Collection</a:t>
            </a:r>
          </a:p>
        </p:txBody>
      </p:sp>
    </p:spTree>
    <p:extLst>
      <p:ext uri="{BB962C8B-B14F-4D97-AF65-F5344CB8AC3E}">
        <p14:creationId xmlns:p14="http://schemas.microsoft.com/office/powerpoint/2010/main" val="42545833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96735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22F20-D8AA-4F58-93C8-1386C1EBEE7E}"/>
              </a:ext>
            </a:extLst>
          </p:cNvPr>
          <p:cNvSpPr>
            <a:spLocks noGrp="1"/>
          </p:cNvSpPr>
          <p:nvPr>
            <p:ph type="title"/>
          </p:nvPr>
        </p:nvSpPr>
        <p:spPr>
          <a:xfrm>
            <a:off x="233358" y="53166"/>
            <a:ext cx="10515600" cy="821289"/>
          </a:xfrm>
        </p:spPr>
        <p:txBody>
          <a:bodyPr/>
          <a:lstStyle/>
          <a:p>
            <a:r>
              <a:rPr lang="en-GB" dirty="0"/>
              <a:t>Key data sources and indexes </a:t>
            </a:r>
          </a:p>
        </p:txBody>
      </p:sp>
      <p:sp>
        <p:nvSpPr>
          <p:cNvPr id="4" name="Rectangle 3">
            <a:extLst>
              <a:ext uri="{FF2B5EF4-FFF2-40B4-BE49-F238E27FC236}">
                <a16:creationId xmlns:a16="http://schemas.microsoft.com/office/drawing/2014/main" id="{038CB96E-D349-4153-8ABA-6245E94D1B34}"/>
              </a:ext>
            </a:extLst>
          </p:cNvPr>
          <p:cNvSpPr/>
          <p:nvPr/>
        </p:nvSpPr>
        <p:spPr>
          <a:xfrm>
            <a:off x="569976" y="874455"/>
            <a:ext cx="10374923" cy="5693866"/>
          </a:xfrm>
          <a:prstGeom prst="rect">
            <a:avLst/>
          </a:prstGeom>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600" b="1" i="0" u="none" strike="noStrike" kern="1200" cap="none" spc="0" normalizeH="0" baseline="0" noProof="0" dirty="0" err="1">
                <a:ln>
                  <a:noFill/>
                </a:ln>
                <a:solidFill>
                  <a:srgbClr val="636363"/>
                </a:solidFill>
                <a:effectLst/>
                <a:uLnTx/>
                <a:uFillTx/>
                <a:latin typeface="Gotham Book"/>
                <a:ea typeface="+mn-ea"/>
                <a:cs typeface="+mn-cs"/>
              </a:rPr>
              <a:t>Nomis</a:t>
            </a:r>
            <a:r>
              <a:rPr kumimoji="0" lang="en-GB" sz="2600" b="1" i="0" u="none" strike="noStrike" kern="1200" cap="none" spc="0" normalizeH="0" baseline="0" noProof="0" dirty="0">
                <a:ln>
                  <a:noFill/>
                </a:ln>
                <a:solidFill>
                  <a:srgbClr val="636363"/>
                </a:solidFill>
                <a:effectLst/>
                <a:uLnTx/>
                <a:uFillTx/>
                <a:latin typeface="Gotham Book"/>
                <a:ea typeface="+mn-ea"/>
                <a:cs typeface="+mn-cs"/>
              </a:rPr>
              <a:t>- </a:t>
            </a:r>
            <a:r>
              <a:rPr kumimoji="0" lang="en-GB" sz="2600" i="0" u="none" strike="noStrike" kern="1200" cap="none" spc="0" normalizeH="0" baseline="0" noProof="0" dirty="0">
                <a:ln>
                  <a:noFill/>
                </a:ln>
                <a:solidFill>
                  <a:srgbClr val="636363"/>
                </a:solidFill>
                <a:effectLst/>
                <a:uLnTx/>
                <a:uFillTx/>
                <a:latin typeface="Gotham Book"/>
                <a:ea typeface="+mn-ea"/>
                <a:cs typeface="+mn-cs"/>
              </a:rPr>
              <a:t>for labour market and socio-economic data. </a:t>
            </a:r>
          </a:p>
          <a:p>
            <a:pPr marR="0" lvl="0" algn="l" defTabSz="914400" rtl="0" eaLnBrk="1" fontAlgn="auto" latinLnBrk="0" hangingPunct="1">
              <a:lnSpc>
                <a:spcPct val="100000"/>
              </a:lnSpc>
              <a:spcBef>
                <a:spcPts val="0"/>
              </a:spcBef>
              <a:spcAft>
                <a:spcPts val="0"/>
              </a:spcAft>
              <a:buClrTx/>
              <a:buSzTx/>
              <a:tabLst/>
              <a:defRPr/>
            </a:pPr>
            <a:endParaRPr kumimoji="0" lang="en-GB" sz="2600" i="0" u="none" strike="noStrike" kern="1200" cap="none" spc="0" normalizeH="0" baseline="0" noProof="0" dirty="0">
              <a:ln>
                <a:noFill/>
              </a:ln>
              <a:solidFill>
                <a:srgbClr val="636363"/>
              </a:solidFill>
              <a:effectLst/>
              <a:uLnTx/>
              <a:uFillTx/>
              <a:latin typeface="Gotham Book"/>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600" b="1" i="0" u="none" strike="noStrike" kern="1200" cap="none" spc="0" normalizeH="0" baseline="0" noProof="0" dirty="0">
                <a:ln>
                  <a:noFill/>
                </a:ln>
                <a:solidFill>
                  <a:srgbClr val="636363"/>
                </a:solidFill>
                <a:effectLst/>
                <a:uLnTx/>
                <a:uFillTx/>
                <a:latin typeface="Gotham Book"/>
                <a:ea typeface="+mn-ea"/>
                <a:cs typeface="+mn-cs"/>
              </a:rPr>
              <a:t>IMD (Index of multiple deprivation) – </a:t>
            </a:r>
            <a:r>
              <a:rPr kumimoji="0" lang="en-GB" sz="2600" i="0" u="none" strike="noStrike" kern="1200" cap="none" spc="0" normalizeH="0" baseline="0" noProof="0" dirty="0">
                <a:ln>
                  <a:noFill/>
                </a:ln>
                <a:solidFill>
                  <a:srgbClr val="636363"/>
                </a:solidFill>
                <a:effectLst/>
                <a:uLnTx/>
                <a:uFillTx/>
                <a:latin typeface="Gotham Book"/>
                <a:ea typeface="+mn-ea"/>
                <a:cs typeface="+mn-cs"/>
              </a:rPr>
              <a:t>for  postcode based indexes of deprivation. </a:t>
            </a:r>
          </a:p>
          <a:p>
            <a:pPr marR="0" lvl="0" algn="l" defTabSz="914400" rtl="0" eaLnBrk="1" fontAlgn="auto" latinLnBrk="0" hangingPunct="1">
              <a:lnSpc>
                <a:spcPct val="100000"/>
              </a:lnSpc>
              <a:spcBef>
                <a:spcPts val="0"/>
              </a:spcBef>
              <a:spcAft>
                <a:spcPts val="0"/>
              </a:spcAft>
              <a:buClrTx/>
              <a:buSzTx/>
              <a:tabLst/>
              <a:defRPr/>
            </a:pPr>
            <a:endParaRPr kumimoji="0" lang="en-GB" sz="2600" i="0" u="none" strike="noStrike" kern="1200" cap="none" spc="0" normalizeH="0" baseline="0" noProof="0" dirty="0">
              <a:ln>
                <a:noFill/>
              </a:ln>
              <a:solidFill>
                <a:srgbClr val="636363"/>
              </a:solidFill>
              <a:effectLst/>
              <a:uLnTx/>
              <a:uFillTx/>
              <a:latin typeface="Gotham Book"/>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600" b="1" i="0" u="none" strike="noStrike" kern="1200" cap="none" spc="0" normalizeH="0" baseline="0" noProof="0" dirty="0">
                <a:ln>
                  <a:noFill/>
                </a:ln>
                <a:solidFill>
                  <a:srgbClr val="636363"/>
                </a:solidFill>
                <a:effectLst/>
                <a:uLnTx/>
                <a:uFillTx/>
                <a:latin typeface="Gotham Book"/>
                <a:ea typeface="+mn-ea"/>
                <a:cs typeface="+mn-cs"/>
              </a:rPr>
              <a:t>Labour market survey (A01 and A08 (disability) – </a:t>
            </a:r>
            <a:r>
              <a:rPr kumimoji="0" lang="en-GB" sz="2600" i="0" u="none" strike="noStrike" kern="1200" cap="none" spc="0" normalizeH="0" baseline="0" noProof="0" dirty="0">
                <a:ln>
                  <a:noFill/>
                </a:ln>
                <a:solidFill>
                  <a:srgbClr val="636363"/>
                </a:solidFill>
                <a:effectLst/>
                <a:uLnTx/>
                <a:uFillTx/>
                <a:latin typeface="Gotham Book"/>
                <a:ea typeface="+mn-ea"/>
                <a:cs typeface="+mn-cs"/>
              </a:rPr>
              <a:t>For up to date data on employment rates.</a:t>
            </a:r>
          </a:p>
          <a:p>
            <a:pPr marR="0" lvl="0" algn="l" defTabSz="914400" rtl="0" eaLnBrk="1" fontAlgn="auto" latinLnBrk="0" hangingPunct="1">
              <a:lnSpc>
                <a:spcPct val="100000"/>
              </a:lnSpc>
              <a:spcBef>
                <a:spcPts val="0"/>
              </a:spcBef>
              <a:spcAft>
                <a:spcPts val="0"/>
              </a:spcAft>
              <a:buClrTx/>
              <a:buSzTx/>
              <a:tabLst/>
              <a:defRPr/>
            </a:pPr>
            <a:endParaRPr kumimoji="0" lang="en-GB" sz="2600" i="0" u="none" strike="noStrike" kern="1200" cap="none" spc="0" normalizeH="0" baseline="0" noProof="0" dirty="0">
              <a:ln>
                <a:noFill/>
              </a:ln>
              <a:solidFill>
                <a:srgbClr val="636363"/>
              </a:solidFill>
              <a:effectLst/>
              <a:uLnTx/>
              <a:uFillTx/>
              <a:latin typeface="Gotham Book"/>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600" b="1" dirty="0">
                <a:solidFill>
                  <a:srgbClr val="636363"/>
                </a:solidFill>
                <a:latin typeface="Gotham Book"/>
              </a:rPr>
              <a:t>Impetus youth employment gap (upcoming) – </a:t>
            </a:r>
            <a:r>
              <a:rPr lang="en-GB" sz="2600" dirty="0">
                <a:solidFill>
                  <a:srgbClr val="636363"/>
                </a:solidFill>
                <a:latin typeface="Gotham Book"/>
              </a:rPr>
              <a:t>for youth employment performance across UK</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600" b="1" dirty="0">
                <a:solidFill>
                  <a:srgbClr val="636363"/>
                </a:solidFill>
                <a:latin typeface="Gotham Book"/>
              </a:rPr>
              <a:t>Thriving Places Index – </a:t>
            </a:r>
            <a:r>
              <a:rPr lang="en-GB" sz="2600" dirty="0">
                <a:solidFill>
                  <a:srgbClr val="636363"/>
                </a:solidFill>
                <a:latin typeface="Gotham Book"/>
              </a:rPr>
              <a:t>For a holistic view of local authority performance. </a:t>
            </a:r>
          </a:p>
          <a:p>
            <a:pPr marR="0" lvl="0" algn="l" defTabSz="914400" rtl="0" eaLnBrk="1" fontAlgn="auto" latinLnBrk="0" hangingPunct="1">
              <a:lnSpc>
                <a:spcPct val="100000"/>
              </a:lnSpc>
              <a:spcBef>
                <a:spcPts val="0"/>
              </a:spcBef>
              <a:spcAft>
                <a:spcPts val="0"/>
              </a:spcAft>
              <a:buClrTx/>
              <a:buSzTx/>
              <a:tabLst/>
              <a:defRPr/>
            </a:pPr>
            <a:endParaRPr lang="en-GB" sz="2600" dirty="0">
              <a:solidFill>
                <a:srgbClr val="636363"/>
              </a:solidFill>
              <a:latin typeface="Gotham Book"/>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600" b="1" i="0" u="none" strike="noStrike" kern="1200" cap="none" spc="0" normalizeH="0" baseline="0" noProof="0" dirty="0">
                <a:ln>
                  <a:noFill/>
                </a:ln>
                <a:solidFill>
                  <a:srgbClr val="636363"/>
                </a:solidFill>
                <a:effectLst/>
                <a:uLnTx/>
                <a:uFillTx/>
                <a:latin typeface="Gotham Book"/>
                <a:ea typeface="+mn-ea"/>
                <a:cs typeface="+mn-cs"/>
              </a:rPr>
              <a:t>ONS wellbeing – </a:t>
            </a:r>
            <a:r>
              <a:rPr kumimoji="0" lang="en-GB" sz="2600" i="0" u="none" strike="noStrike" kern="1200" cap="none" spc="0" normalizeH="0" baseline="0" noProof="0" dirty="0">
                <a:ln>
                  <a:noFill/>
                </a:ln>
                <a:solidFill>
                  <a:srgbClr val="636363"/>
                </a:solidFill>
                <a:effectLst/>
                <a:uLnTx/>
                <a:uFillTx/>
                <a:latin typeface="Gotham Book"/>
                <a:ea typeface="+mn-ea"/>
                <a:cs typeface="+mn-cs"/>
              </a:rPr>
              <a:t>For national performance of wellbeing in UK. </a:t>
            </a:r>
            <a:endParaRPr kumimoji="0" lang="en-GB" sz="2600" b="1" i="0" u="none" strike="noStrike" kern="1200" cap="none" spc="0" normalizeH="0" baseline="0" noProof="0" dirty="0">
              <a:ln>
                <a:noFill/>
              </a:ln>
              <a:solidFill>
                <a:srgbClr val="636363"/>
              </a:solidFill>
              <a:effectLst/>
              <a:uLnTx/>
              <a:uFillTx/>
              <a:latin typeface="Gotham Book"/>
              <a:ea typeface="+mn-ea"/>
              <a:cs typeface="+mn-cs"/>
            </a:endParaRPr>
          </a:p>
        </p:txBody>
      </p:sp>
    </p:spTree>
    <p:extLst>
      <p:ext uri="{BB962C8B-B14F-4D97-AF65-F5344CB8AC3E}">
        <p14:creationId xmlns:p14="http://schemas.microsoft.com/office/powerpoint/2010/main" val="27203467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FC4BCD7-73AA-48B7-B024-BCF90B418D1D}"/>
              </a:ext>
            </a:extLst>
          </p:cNvPr>
          <p:cNvSpPr>
            <a:spLocks noGrp="1"/>
          </p:cNvSpPr>
          <p:nvPr>
            <p:ph type="title"/>
          </p:nvPr>
        </p:nvSpPr>
        <p:spPr>
          <a:xfrm>
            <a:off x="233358" y="53166"/>
            <a:ext cx="10515600" cy="821289"/>
          </a:xfrm>
        </p:spPr>
        <p:txBody>
          <a:bodyPr/>
          <a:lstStyle/>
          <a:p>
            <a:r>
              <a:rPr lang="en-GB" dirty="0"/>
              <a:t>Key data sources and indexes </a:t>
            </a:r>
          </a:p>
        </p:txBody>
      </p:sp>
      <p:sp>
        <p:nvSpPr>
          <p:cNvPr id="5" name="Rectangle 4">
            <a:extLst>
              <a:ext uri="{FF2B5EF4-FFF2-40B4-BE49-F238E27FC236}">
                <a16:creationId xmlns:a16="http://schemas.microsoft.com/office/drawing/2014/main" id="{367FBDAB-3A6D-49AE-85AA-70DB658D76B9}"/>
              </a:ext>
            </a:extLst>
          </p:cNvPr>
          <p:cNvSpPr/>
          <p:nvPr/>
        </p:nvSpPr>
        <p:spPr>
          <a:xfrm>
            <a:off x="121919" y="3873303"/>
            <a:ext cx="10374923" cy="2893100"/>
          </a:xfrm>
          <a:prstGeom prst="rect">
            <a:avLst/>
          </a:prstGeom>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600" b="1" dirty="0">
                <a:solidFill>
                  <a:srgbClr val="636363"/>
                </a:solidFill>
                <a:latin typeface="Gotham Book"/>
              </a:rPr>
              <a:t>SWEMWBS wellbeing – </a:t>
            </a:r>
            <a:r>
              <a:rPr lang="en-GB" sz="2600" dirty="0">
                <a:solidFill>
                  <a:srgbClr val="636363"/>
                </a:solidFill>
                <a:latin typeface="Gotham Book"/>
              </a:rPr>
              <a:t>7 questions on wellbeing that can be used for SCBA. </a:t>
            </a:r>
          </a:p>
          <a:p>
            <a:pPr marR="0" lvl="0" algn="l" defTabSz="914400" rtl="0" eaLnBrk="1" fontAlgn="auto" latinLnBrk="0" hangingPunct="1">
              <a:lnSpc>
                <a:spcPct val="100000"/>
              </a:lnSpc>
              <a:spcBef>
                <a:spcPts val="0"/>
              </a:spcBef>
              <a:spcAft>
                <a:spcPts val="0"/>
              </a:spcAft>
              <a:buClrTx/>
              <a:buSzTx/>
              <a:tabLst/>
              <a:defRPr/>
            </a:pPr>
            <a:endParaRPr lang="en-GB" sz="2600" dirty="0">
              <a:solidFill>
                <a:srgbClr val="636363"/>
              </a:solidFill>
              <a:latin typeface="Gotham Book"/>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600" b="1" i="0" u="none" strike="noStrike" kern="1200" cap="none" spc="0" normalizeH="0" baseline="0" noProof="0" dirty="0">
                <a:ln>
                  <a:noFill/>
                </a:ln>
                <a:solidFill>
                  <a:srgbClr val="636363"/>
                </a:solidFill>
                <a:effectLst/>
                <a:uLnTx/>
                <a:uFillTx/>
                <a:latin typeface="Gotham Book"/>
                <a:ea typeface="+mn-ea"/>
                <a:cs typeface="+mn-cs"/>
              </a:rPr>
              <a:t>ONS wellbeing – </a:t>
            </a:r>
            <a:r>
              <a:rPr kumimoji="0" lang="en-GB" sz="2600" i="0" u="none" strike="noStrike" kern="1200" cap="none" spc="0" normalizeH="0" baseline="0" noProof="0" dirty="0">
                <a:ln>
                  <a:noFill/>
                </a:ln>
                <a:solidFill>
                  <a:srgbClr val="636363"/>
                </a:solidFill>
                <a:effectLst/>
                <a:uLnTx/>
                <a:uFillTx/>
                <a:latin typeface="Gotham Book"/>
                <a:ea typeface="+mn-ea"/>
                <a:cs typeface="+mn-cs"/>
              </a:rPr>
              <a:t>4 questions on wellbeing to compare to national average. </a:t>
            </a:r>
          </a:p>
          <a:p>
            <a:pPr marR="0" lvl="0" algn="l" defTabSz="914400" rtl="0" eaLnBrk="1" fontAlgn="auto" latinLnBrk="0" hangingPunct="1">
              <a:lnSpc>
                <a:spcPct val="100000"/>
              </a:lnSpc>
              <a:spcBef>
                <a:spcPts val="0"/>
              </a:spcBef>
              <a:spcAft>
                <a:spcPts val="0"/>
              </a:spcAft>
              <a:buClrTx/>
              <a:buSzTx/>
              <a:tabLst/>
              <a:defRPr/>
            </a:pPr>
            <a:endParaRPr kumimoji="0" lang="en-GB" sz="2600" i="0" u="none" strike="noStrike" kern="1200" cap="none" spc="0" normalizeH="0" baseline="0" noProof="0" dirty="0">
              <a:ln>
                <a:noFill/>
              </a:ln>
              <a:solidFill>
                <a:srgbClr val="636363"/>
              </a:solidFill>
              <a:effectLst/>
              <a:uLnTx/>
              <a:uFillTx/>
              <a:latin typeface="Gotham Book"/>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600" b="1" i="0" u="none" strike="noStrike" kern="1200" cap="none" spc="0" normalizeH="0" baseline="0" noProof="0" dirty="0">
                <a:ln>
                  <a:noFill/>
                </a:ln>
                <a:solidFill>
                  <a:srgbClr val="636363"/>
                </a:solidFill>
                <a:effectLst/>
                <a:uLnTx/>
                <a:uFillTx/>
                <a:latin typeface="Gotham Book"/>
                <a:ea typeface="+mn-ea"/>
                <a:cs typeface="+mn-cs"/>
              </a:rPr>
              <a:t>General self-efficacy – </a:t>
            </a:r>
            <a:r>
              <a:rPr kumimoji="0" lang="en-GB" sz="2600" i="0" u="none" strike="noStrike" kern="1200" cap="none" spc="0" normalizeH="0" baseline="0" noProof="0" dirty="0">
                <a:ln>
                  <a:noFill/>
                </a:ln>
                <a:solidFill>
                  <a:srgbClr val="636363"/>
                </a:solidFill>
                <a:effectLst/>
                <a:uLnTx/>
                <a:uFillTx/>
                <a:latin typeface="Gotham Book"/>
                <a:ea typeface="+mn-ea"/>
                <a:cs typeface="+mn-cs"/>
              </a:rPr>
              <a:t>general questionnaire for independence</a:t>
            </a:r>
          </a:p>
        </p:txBody>
      </p:sp>
      <p:sp>
        <p:nvSpPr>
          <p:cNvPr id="6" name="Content Placeholder 2">
            <a:extLst>
              <a:ext uri="{FF2B5EF4-FFF2-40B4-BE49-F238E27FC236}">
                <a16:creationId xmlns:a16="http://schemas.microsoft.com/office/drawing/2014/main" id="{135FB49A-9D90-4E07-B466-89874419A0D4}"/>
              </a:ext>
            </a:extLst>
          </p:cNvPr>
          <p:cNvSpPr>
            <a:spLocks noGrp="1"/>
          </p:cNvSpPr>
          <p:nvPr>
            <p:ph sz="quarter" idx="10"/>
          </p:nvPr>
        </p:nvSpPr>
        <p:spPr>
          <a:xfrm>
            <a:off x="796546" y="727549"/>
            <a:ext cx="10515600" cy="522380"/>
          </a:xfrm>
        </p:spPr>
        <p:txBody>
          <a:bodyPr/>
          <a:lstStyle/>
          <a:p>
            <a:r>
              <a:rPr lang="en-GB" dirty="0"/>
              <a:t>Net Promoter Score (use Survey Monkey): </a:t>
            </a:r>
          </a:p>
          <a:p>
            <a:endParaRPr lang="en-GB" dirty="0"/>
          </a:p>
          <a:p>
            <a:endParaRPr lang="en-GB" dirty="0"/>
          </a:p>
        </p:txBody>
      </p:sp>
      <p:grpSp>
        <p:nvGrpSpPr>
          <p:cNvPr id="7" name="Group 6">
            <a:extLst>
              <a:ext uri="{FF2B5EF4-FFF2-40B4-BE49-F238E27FC236}">
                <a16:creationId xmlns:a16="http://schemas.microsoft.com/office/drawing/2014/main" id="{3C303436-7729-442C-838F-4CD1EA0F601B}"/>
              </a:ext>
            </a:extLst>
          </p:cNvPr>
          <p:cNvGrpSpPr/>
          <p:nvPr/>
        </p:nvGrpSpPr>
        <p:grpSpPr>
          <a:xfrm>
            <a:off x="121919" y="1249929"/>
            <a:ext cx="6877050" cy="2247900"/>
            <a:chOff x="2657475" y="1442179"/>
            <a:chExt cx="6877050" cy="2247900"/>
          </a:xfrm>
        </p:grpSpPr>
        <p:pic>
          <p:nvPicPr>
            <p:cNvPr id="8" name="Picture 7">
              <a:extLst>
                <a:ext uri="{FF2B5EF4-FFF2-40B4-BE49-F238E27FC236}">
                  <a16:creationId xmlns:a16="http://schemas.microsoft.com/office/drawing/2014/main" id="{F7536A00-E849-42F8-A79E-CD4EC2BFD4AD}"/>
                </a:ext>
              </a:extLst>
            </p:cNvPr>
            <p:cNvPicPr>
              <a:picLocks noChangeAspect="1"/>
            </p:cNvPicPr>
            <p:nvPr/>
          </p:nvPicPr>
          <p:blipFill>
            <a:blip r:embed="rId3"/>
            <a:stretch>
              <a:fillRect/>
            </a:stretch>
          </p:blipFill>
          <p:spPr>
            <a:xfrm>
              <a:off x="2657475" y="1442179"/>
              <a:ext cx="6877050" cy="2247900"/>
            </a:xfrm>
            <a:prstGeom prst="rect">
              <a:avLst/>
            </a:prstGeom>
          </p:spPr>
        </p:pic>
        <p:sp>
          <p:nvSpPr>
            <p:cNvPr id="9" name="Rectangle 8">
              <a:extLst>
                <a:ext uri="{FF2B5EF4-FFF2-40B4-BE49-F238E27FC236}">
                  <a16:creationId xmlns:a16="http://schemas.microsoft.com/office/drawing/2014/main" id="{5D00118D-70A3-48D4-84AE-1597FBC4DE14}"/>
                </a:ext>
              </a:extLst>
            </p:cNvPr>
            <p:cNvSpPr/>
            <p:nvPr/>
          </p:nvSpPr>
          <p:spPr>
            <a:xfrm>
              <a:off x="4666785" y="1884202"/>
              <a:ext cx="1182029" cy="36834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XYZ</a:t>
              </a:r>
            </a:p>
          </p:txBody>
        </p:sp>
      </p:grpSp>
      <p:pic>
        <p:nvPicPr>
          <p:cNvPr id="10" name="Picture 9">
            <a:extLst>
              <a:ext uri="{FF2B5EF4-FFF2-40B4-BE49-F238E27FC236}">
                <a16:creationId xmlns:a16="http://schemas.microsoft.com/office/drawing/2014/main" id="{150EA9A1-5A61-42A5-B5CF-DCF9DA9A61BA}"/>
              </a:ext>
            </a:extLst>
          </p:cNvPr>
          <p:cNvPicPr>
            <a:picLocks noChangeAspect="1"/>
          </p:cNvPicPr>
          <p:nvPr/>
        </p:nvPicPr>
        <p:blipFill>
          <a:blip r:embed="rId4"/>
          <a:stretch>
            <a:fillRect/>
          </a:stretch>
        </p:blipFill>
        <p:spPr>
          <a:xfrm>
            <a:off x="7379087" y="2014575"/>
            <a:ext cx="4812913" cy="592793"/>
          </a:xfrm>
          <a:prstGeom prst="rect">
            <a:avLst/>
          </a:prstGeom>
        </p:spPr>
      </p:pic>
      <p:sp>
        <p:nvSpPr>
          <p:cNvPr id="11" name="Right Brace 10">
            <a:extLst>
              <a:ext uri="{FF2B5EF4-FFF2-40B4-BE49-F238E27FC236}">
                <a16:creationId xmlns:a16="http://schemas.microsoft.com/office/drawing/2014/main" id="{1B4C3D5F-E9A0-4153-8847-E301C75A1CC3}"/>
              </a:ext>
            </a:extLst>
          </p:cNvPr>
          <p:cNvSpPr/>
          <p:nvPr/>
        </p:nvSpPr>
        <p:spPr>
          <a:xfrm>
            <a:off x="7120448" y="1249929"/>
            <a:ext cx="137160" cy="2011680"/>
          </a:xfrm>
          <a:prstGeom prst="rightBrace">
            <a:avLst/>
          </a:prstGeom>
          <a:ln w="34925">
            <a:solidFill>
              <a:schemeClr val="tx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636363"/>
              </a:solidFill>
              <a:effectLst/>
              <a:uLnTx/>
              <a:uFillTx/>
              <a:latin typeface="Gotham Book"/>
              <a:ea typeface="+mn-ea"/>
              <a:cs typeface="+mn-cs"/>
            </a:endParaRPr>
          </a:p>
        </p:txBody>
      </p:sp>
    </p:spTree>
    <p:extLst>
      <p:ext uri="{BB962C8B-B14F-4D97-AF65-F5344CB8AC3E}">
        <p14:creationId xmlns:p14="http://schemas.microsoft.com/office/powerpoint/2010/main" val="15106961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99A8CFB-E75A-47D6-B537-88CBECE3102D}"/>
              </a:ext>
            </a:extLst>
          </p:cNvPr>
          <p:cNvSpPr>
            <a:spLocks noGrp="1"/>
          </p:cNvSpPr>
          <p:nvPr>
            <p:ph type="body" sz="quarter" idx="10"/>
          </p:nvPr>
        </p:nvSpPr>
        <p:spPr>
          <a:xfrm>
            <a:off x="1911350" y="1683390"/>
            <a:ext cx="8369300" cy="2871787"/>
          </a:xfrm>
        </p:spPr>
        <p:txBody>
          <a:bodyPr>
            <a:noAutofit/>
          </a:bodyPr>
          <a:lstStyle/>
          <a:p>
            <a:pPr algn="ctr"/>
            <a:r>
              <a:rPr lang="en-GB" sz="2200" dirty="0"/>
              <a:t>Thank you. </a:t>
            </a:r>
          </a:p>
          <a:p>
            <a:pPr algn="ctr"/>
            <a:endParaRPr lang="en-GB" sz="2200" dirty="0"/>
          </a:p>
        </p:txBody>
      </p:sp>
    </p:spTree>
    <p:extLst>
      <p:ext uri="{BB962C8B-B14F-4D97-AF65-F5344CB8AC3E}">
        <p14:creationId xmlns:p14="http://schemas.microsoft.com/office/powerpoint/2010/main" val="2086425199"/>
      </p:ext>
    </p:extLst>
  </p:cSld>
  <p:clrMapOvr>
    <a:masterClrMapping/>
  </p:clrMapOvr>
</p:sld>
</file>

<file path=ppt/theme/theme1.xml><?xml version="1.0" encoding="utf-8"?>
<a:theme xmlns:a="http://schemas.openxmlformats.org/drawingml/2006/main" name="UnLtd">
  <a:themeElements>
    <a:clrScheme name="UnLtd colours">
      <a:dk1>
        <a:srgbClr val="636363"/>
      </a:dk1>
      <a:lt1>
        <a:sysClr val="window" lastClr="FFFFFF"/>
      </a:lt1>
      <a:dk2>
        <a:srgbClr val="606A79"/>
      </a:dk2>
      <a:lt2>
        <a:srgbClr val="E7E6E6"/>
      </a:lt2>
      <a:accent1>
        <a:srgbClr val="EC6608"/>
      </a:accent1>
      <a:accent2>
        <a:srgbClr val="491A66"/>
      </a:accent2>
      <a:accent3>
        <a:srgbClr val="00A1A4"/>
      </a:accent3>
      <a:accent4>
        <a:srgbClr val="0084A5"/>
      </a:accent4>
      <a:accent5>
        <a:srgbClr val="4472C4"/>
      </a:accent5>
      <a:accent6>
        <a:srgbClr val="829AA4"/>
      </a:accent6>
      <a:hlink>
        <a:srgbClr val="EC6608"/>
      </a:hlink>
      <a:folHlink>
        <a:srgbClr val="491A66"/>
      </a:folHlink>
    </a:clrScheme>
    <a:fontScheme name="UnLtd fonts">
      <a:majorFont>
        <a:latin typeface="Gotham Bold"/>
        <a:ea typeface=""/>
        <a:cs typeface=""/>
      </a:majorFont>
      <a:minorFont>
        <a:latin typeface="Gotham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Ltd temp.pptx" id="{301E8BD0-0D07-426A-81D2-03F3BCC8BD7F}" vid="{17E8085A-E865-47A8-94B5-31FAA855A605}"/>
    </a:ext>
  </a:extLst>
</a:theme>
</file>

<file path=ppt/theme/theme2.xml><?xml version="1.0" encoding="utf-8"?>
<a:theme xmlns:a="http://schemas.openxmlformats.org/drawingml/2006/main" name="1_UnLtd">
  <a:themeElements>
    <a:clrScheme name="UnLtd colours">
      <a:dk1>
        <a:srgbClr val="636363"/>
      </a:dk1>
      <a:lt1>
        <a:sysClr val="window" lastClr="FFFFFF"/>
      </a:lt1>
      <a:dk2>
        <a:srgbClr val="606A79"/>
      </a:dk2>
      <a:lt2>
        <a:srgbClr val="E7E6E6"/>
      </a:lt2>
      <a:accent1>
        <a:srgbClr val="EC6608"/>
      </a:accent1>
      <a:accent2>
        <a:srgbClr val="491A66"/>
      </a:accent2>
      <a:accent3>
        <a:srgbClr val="00A1A4"/>
      </a:accent3>
      <a:accent4>
        <a:srgbClr val="0084A5"/>
      </a:accent4>
      <a:accent5>
        <a:srgbClr val="4472C4"/>
      </a:accent5>
      <a:accent6>
        <a:srgbClr val="829AA4"/>
      </a:accent6>
      <a:hlink>
        <a:srgbClr val="EC6608"/>
      </a:hlink>
      <a:folHlink>
        <a:srgbClr val="491A66"/>
      </a:folHlink>
    </a:clrScheme>
    <a:fontScheme name="UnLtd fonts">
      <a:majorFont>
        <a:latin typeface="Gotham Bold"/>
        <a:ea typeface=""/>
        <a:cs typeface=""/>
      </a:majorFont>
      <a:minorFont>
        <a:latin typeface="Gotham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Ltd temp.pptx" id="{301E8BD0-0D07-426A-81D2-03F3BCC8BD7F}" vid="{17E8085A-E865-47A8-94B5-31FAA855A60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FC839748A7184CBA2ACA72755B4713" ma:contentTypeVersion="14" ma:contentTypeDescription="Create a new document." ma:contentTypeScope="" ma:versionID="313513b25cdf6176ddcb1a1bca91c128">
  <xsd:schema xmlns:xsd="http://www.w3.org/2001/XMLSchema" xmlns:xs="http://www.w3.org/2001/XMLSchema" xmlns:p="http://schemas.microsoft.com/office/2006/metadata/properties" xmlns:ns1="http://schemas.microsoft.com/sharepoint/v3" xmlns:ns2="4328425d-6754-49ea-b816-1ebde083baab" xmlns:ns3="b98eda8a-282d-4c01-92c3-5498f25f892f" targetNamespace="http://schemas.microsoft.com/office/2006/metadata/properties" ma:root="true" ma:fieldsID="7dee61f15ad4f5f9d4717db15fef6797" ns1:_="" ns2:_="" ns3:_="">
    <xsd:import namespace="http://schemas.microsoft.com/sharepoint/v3"/>
    <xsd:import namespace="4328425d-6754-49ea-b816-1ebde083baab"/>
    <xsd:import namespace="b98eda8a-282d-4c01-92c3-5498f25f892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Location"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328425d-6754-49ea-b816-1ebde083baa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98eda8a-282d-4c01-92c3-5498f25f892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BE76F71-B60F-45BD-AE9E-080654692C3F}"/>
</file>

<file path=customXml/itemProps2.xml><?xml version="1.0" encoding="utf-8"?>
<ds:datastoreItem xmlns:ds="http://schemas.openxmlformats.org/officeDocument/2006/customXml" ds:itemID="{9A4CEA81-896A-41A6-B589-D169B1070E48}">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1D4730A-06AE-466E-8EDF-870D2C0525E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UnLtd temp</Template>
  <TotalTime>59307</TotalTime>
  <Words>2511</Words>
  <Application>Microsoft Office PowerPoint</Application>
  <PresentationFormat>Widescreen</PresentationFormat>
  <Paragraphs>365</Paragraphs>
  <Slides>33</Slides>
  <Notes>32</Notes>
  <HiddenSlides>4</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33</vt:i4>
      </vt:variant>
    </vt:vector>
  </HeadingPairs>
  <TitlesOfParts>
    <vt:vector size="43" baseType="lpstr">
      <vt:lpstr>Arial</vt:lpstr>
      <vt:lpstr>Calibri</vt:lpstr>
      <vt:lpstr>Calibri Light</vt:lpstr>
      <vt:lpstr>Georgia</vt:lpstr>
      <vt:lpstr>Gotham Black</vt:lpstr>
      <vt:lpstr>Gotham Bold</vt:lpstr>
      <vt:lpstr>Gotham Book</vt:lpstr>
      <vt:lpstr>Trebuchet MS</vt:lpstr>
      <vt:lpstr>UnLtd</vt:lpstr>
      <vt:lpstr>1_UnLtd</vt:lpstr>
      <vt:lpstr>PowerPoint Presentation</vt:lpstr>
      <vt:lpstr>Agenda</vt:lpstr>
      <vt:lpstr>PowerPoint Presentation</vt:lpstr>
      <vt:lpstr>Why Measure Social Impact?</vt:lpstr>
      <vt:lpstr>What is Social Impact</vt:lpstr>
      <vt:lpstr>Social Impact vs. Social Value </vt:lpstr>
      <vt:lpstr>Social Impact  Management Cycle</vt:lpstr>
      <vt:lpstr>Defining the problem</vt:lpstr>
      <vt:lpstr>PowerPoint Presentation</vt:lpstr>
      <vt:lpstr>Mapping Key Stakeholders </vt:lpstr>
      <vt:lpstr>PowerPoint Presentation</vt:lpstr>
      <vt:lpstr>PowerPoint Presentation</vt:lpstr>
      <vt:lpstr>Impact Framework: Theory of Change</vt:lpstr>
      <vt:lpstr>Theory of Change: Testing Assumptions</vt:lpstr>
      <vt:lpstr>PowerPoint Presentation</vt:lpstr>
      <vt:lpstr>PowerPoint Presentation</vt:lpstr>
      <vt:lpstr>PowerPoint Presentation</vt:lpstr>
      <vt:lpstr>Impact Framework: Theory of Change</vt:lpstr>
      <vt:lpstr>PowerPoint Presentation</vt:lpstr>
      <vt:lpstr>What Do We Want to Measure and what is important to you to measure?</vt:lpstr>
      <vt:lpstr>How Can We Measure?</vt:lpstr>
      <vt:lpstr>Data Collection &amp; Analysis: It’s all about planning  </vt:lpstr>
      <vt:lpstr>Summary</vt:lpstr>
      <vt:lpstr>PowerPoint Presentation</vt:lpstr>
      <vt:lpstr>PowerPoint Presentation</vt:lpstr>
      <vt:lpstr>3 key concepts to keep in mind </vt:lpstr>
      <vt:lpstr>PowerPoint Presentation</vt:lpstr>
      <vt:lpstr>PowerPoint Presentation</vt:lpstr>
      <vt:lpstr>PowerPoint Presentation</vt:lpstr>
      <vt:lpstr>PowerPoint Presentation</vt:lpstr>
      <vt:lpstr>Key data sources and indexes </vt:lpstr>
      <vt:lpstr>Key data sources and indexes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Flynn Butterworth</dc:creator>
  <cp:lastModifiedBy>Cathryn Chrimes</cp:lastModifiedBy>
  <cp:revision>548</cp:revision>
  <cp:lastPrinted>2020-06-06T16:34:41Z</cp:lastPrinted>
  <dcterms:created xsi:type="dcterms:W3CDTF">2018-05-10T13:11:05Z</dcterms:created>
  <dcterms:modified xsi:type="dcterms:W3CDTF">2020-07-17T08:04:22Z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0x0101009EFC839748A7184CBA2ACA72755B4713</vt:lpwstr>
  </property>
</Properties>
</file>